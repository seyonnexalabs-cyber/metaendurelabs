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70" r:id="rId2"/>
    <p:sldId id="292" r:id="rId3"/>
    <p:sldId id="294" r:id="rId4"/>
    <p:sldId id="295" r:id="rId5"/>
    <p:sldId id="296" r:id="rId6"/>
    <p:sldId id="293" r:id="rId7"/>
    <p:sldId id="286" r:id="rId8"/>
    <p:sldId id="284" r:id="rId9"/>
    <p:sldId id="287" r:id="rId10"/>
    <p:sldId id="288" r:id="rId11"/>
    <p:sldId id="298" r:id="rId12"/>
    <p:sldId id="299" r:id="rId13"/>
    <p:sldId id="300" r:id="rId14"/>
    <p:sldId id="301" r:id="rId15"/>
    <p:sldId id="302" r:id="rId16"/>
    <p:sldId id="304" r:id="rId17"/>
    <p:sldId id="305" r:id="rId18"/>
    <p:sldId id="306" r:id="rId19"/>
    <p:sldId id="307" r:id="rId20"/>
    <p:sldId id="308" r:id="rId21"/>
    <p:sldId id="309" r:id="rId22"/>
    <p:sldId id="310" r:id="rId23"/>
    <p:sldId id="289" r:id="rId24"/>
    <p:sldId id="297"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0000"/>
    <a:srgbClr val="A50021"/>
    <a:srgbClr val="660033"/>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EE0D2F-10E8-485B-9C8F-12952F21EB43}" v="2" dt="2026-09-19T10:09:50.4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711" autoAdjust="0"/>
    <p:restoredTop sz="94660"/>
  </p:normalViewPr>
  <p:slideViewPr>
    <p:cSldViewPr snapToGrid="0">
      <p:cViewPr varScale="1">
        <p:scale>
          <a:sx n="105" d="100"/>
          <a:sy n="105" d="100"/>
        </p:scale>
        <p:origin x="108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 sujai" userId="ea3eeff1-1436-4e17-9018-f5ec13952ca9" providerId="ADAL" clId="{6F38BBDE-3310-446D-8512-AE8FFED99CC1}"/>
    <pc:docChg chg="undo custSel addSld delSld modSld sldOrd">
      <pc:chgData name="S, sujai" userId="ea3eeff1-1436-4e17-9018-f5ec13952ca9" providerId="ADAL" clId="{6F38BBDE-3310-446D-8512-AE8FFED99CC1}" dt="2026-09-19T10:29:53.720" v="2915"/>
      <pc:docMkLst>
        <pc:docMk/>
      </pc:docMkLst>
      <pc:sldChg chg="ord">
        <pc:chgData name="S, sujai" userId="ea3eeff1-1436-4e17-9018-f5ec13952ca9" providerId="ADAL" clId="{6F38BBDE-3310-446D-8512-AE8FFED99CC1}" dt="2026-09-19T10:14:54.301" v="2080"/>
        <pc:sldMkLst>
          <pc:docMk/>
          <pc:sldMk cId="2451078370" sldId="284"/>
        </pc:sldMkLst>
      </pc:sldChg>
      <pc:sldChg chg="ord">
        <pc:chgData name="S, sujai" userId="ea3eeff1-1436-4e17-9018-f5ec13952ca9" providerId="ADAL" clId="{6F38BBDE-3310-446D-8512-AE8FFED99CC1}" dt="2026-09-19T10:14:56.014" v="2082"/>
        <pc:sldMkLst>
          <pc:docMk/>
          <pc:sldMk cId="2951484997" sldId="286"/>
        </pc:sldMkLst>
      </pc:sldChg>
      <pc:sldChg chg="modSp mod">
        <pc:chgData name="S, sujai" userId="ea3eeff1-1436-4e17-9018-f5ec13952ca9" providerId="ADAL" clId="{6F38BBDE-3310-446D-8512-AE8FFED99CC1}" dt="2026-09-19T10:11:45.581" v="2064" actId="20577"/>
        <pc:sldMkLst>
          <pc:docMk/>
          <pc:sldMk cId="3040668933" sldId="293"/>
        </pc:sldMkLst>
        <pc:spChg chg="mod">
          <ac:chgData name="S, sujai" userId="ea3eeff1-1436-4e17-9018-f5ec13952ca9" providerId="ADAL" clId="{6F38BBDE-3310-446D-8512-AE8FFED99CC1}" dt="2026-09-19T10:11:45.581" v="2064" actId="20577"/>
          <ac:spMkLst>
            <pc:docMk/>
            <pc:sldMk cId="3040668933" sldId="293"/>
            <ac:spMk id="4" creationId="{F6FD241E-D472-BCAE-F8AC-F46FCF1C6807}"/>
          </ac:spMkLst>
        </pc:spChg>
      </pc:sldChg>
      <pc:sldChg chg="ord">
        <pc:chgData name="S, sujai" userId="ea3eeff1-1436-4e17-9018-f5ec13952ca9" providerId="ADAL" clId="{6F38BBDE-3310-446D-8512-AE8FFED99CC1}" dt="2026-09-19T10:11:18.990" v="2044"/>
        <pc:sldMkLst>
          <pc:docMk/>
          <pc:sldMk cId="1448411114" sldId="295"/>
        </pc:sldMkLst>
      </pc:sldChg>
      <pc:sldChg chg="ord">
        <pc:chgData name="S, sujai" userId="ea3eeff1-1436-4e17-9018-f5ec13952ca9" providerId="ADAL" clId="{6F38BBDE-3310-446D-8512-AE8FFED99CC1}" dt="2026-09-14T14:19:31.876" v="7"/>
        <pc:sldMkLst>
          <pc:docMk/>
          <pc:sldMk cId="4029371519" sldId="297"/>
        </pc:sldMkLst>
      </pc:sldChg>
      <pc:sldChg chg="addSp delSp modSp new mod ord">
        <pc:chgData name="S, sujai" userId="ea3eeff1-1436-4e17-9018-f5ec13952ca9" providerId="ADAL" clId="{6F38BBDE-3310-446D-8512-AE8FFED99CC1}" dt="2026-09-19T10:29:53.720" v="2915"/>
        <pc:sldMkLst>
          <pc:docMk/>
          <pc:sldMk cId="3130947950" sldId="307"/>
        </pc:sldMkLst>
        <pc:spChg chg="add mod">
          <ac:chgData name="S, sujai" userId="ea3eeff1-1436-4e17-9018-f5ec13952ca9" providerId="ADAL" clId="{6F38BBDE-3310-446D-8512-AE8FFED99CC1}" dt="2026-09-18T07:05:33.057" v="1833" actId="1076"/>
          <ac:spMkLst>
            <pc:docMk/>
            <pc:sldMk cId="3130947950" sldId="307"/>
            <ac:spMk id="2" creationId="{C47D7830-E86B-0165-28A0-DB178C72E037}"/>
          </ac:spMkLst>
        </pc:spChg>
        <pc:spChg chg="add mod">
          <ac:chgData name="S, sujai" userId="ea3eeff1-1436-4e17-9018-f5ec13952ca9" providerId="ADAL" clId="{6F38BBDE-3310-446D-8512-AE8FFED99CC1}" dt="2026-09-19T10:21:14.758" v="2202" actId="1076"/>
          <ac:spMkLst>
            <pc:docMk/>
            <pc:sldMk cId="3130947950" sldId="307"/>
            <ac:spMk id="4" creationId="{C704CD39-3862-4A5D-9BF2-D6B575834891}"/>
          </ac:spMkLst>
        </pc:spChg>
        <pc:spChg chg="add mod">
          <ac:chgData name="S, sujai" userId="ea3eeff1-1436-4e17-9018-f5ec13952ca9" providerId="ADAL" clId="{6F38BBDE-3310-446D-8512-AE8FFED99CC1}" dt="2026-09-19T10:07:57.215" v="1961" actId="20577"/>
          <ac:spMkLst>
            <pc:docMk/>
            <pc:sldMk cId="3130947950" sldId="307"/>
            <ac:spMk id="5" creationId="{AEB41458-C23A-A5BE-997B-21EA2D5C1709}"/>
          </ac:spMkLst>
        </pc:spChg>
        <pc:spChg chg="add mod">
          <ac:chgData name="S, sujai" userId="ea3eeff1-1436-4e17-9018-f5ec13952ca9" providerId="ADAL" clId="{6F38BBDE-3310-446D-8512-AE8FFED99CC1}" dt="2026-09-19T10:21:15.897" v="2203" actId="1076"/>
          <ac:spMkLst>
            <pc:docMk/>
            <pc:sldMk cId="3130947950" sldId="307"/>
            <ac:spMk id="6" creationId="{9F33DB3E-81EC-0343-14E4-FA683FD11208}"/>
          </ac:spMkLst>
        </pc:spChg>
        <pc:spChg chg="add mod">
          <ac:chgData name="S, sujai" userId="ea3eeff1-1436-4e17-9018-f5ec13952ca9" providerId="ADAL" clId="{6F38BBDE-3310-446D-8512-AE8FFED99CC1}" dt="2026-09-19T10:24:06.781" v="2281" actId="20577"/>
          <ac:spMkLst>
            <pc:docMk/>
            <pc:sldMk cId="3130947950" sldId="307"/>
            <ac:spMk id="8" creationId="{4380000C-BA4D-E26D-2950-CB28ED9DFF65}"/>
          </ac:spMkLst>
        </pc:spChg>
        <pc:spChg chg="add mod">
          <ac:chgData name="S, sujai" userId="ea3eeff1-1436-4e17-9018-f5ec13952ca9" providerId="ADAL" clId="{6F38BBDE-3310-446D-8512-AE8FFED99CC1}" dt="2026-09-19T10:24:28.818" v="2287" actId="1076"/>
          <ac:spMkLst>
            <pc:docMk/>
            <pc:sldMk cId="3130947950" sldId="307"/>
            <ac:spMk id="10" creationId="{4B125827-F715-2402-2EBD-863C2D57B4C8}"/>
          </ac:spMkLst>
        </pc:spChg>
        <pc:spChg chg="add mod">
          <ac:chgData name="S, sujai" userId="ea3eeff1-1436-4e17-9018-f5ec13952ca9" providerId="ADAL" clId="{6F38BBDE-3310-446D-8512-AE8FFED99CC1}" dt="2026-09-19T10:08:02.810" v="1962" actId="1076"/>
          <ac:spMkLst>
            <pc:docMk/>
            <pc:sldMk cId="3130947950" sldId="307"/>
            <ac:spMk id="19" creationId="{E03DE112-FB85-974D-37B3-00B111E7505C}"/>
          </ac:spMkLst>
        </pc:spChg>
        <pc:spChg chg="add mod">
          <ac:chgData name="S, sujai" userId="ea3eeff1-1436-4e17-9018-f5ec13952ca9" providerId="ADAL" clId="{6F38BBDE-3310-446D-8512-AE8FFED99CC1}" dt="2026-09-19T10:08:05.961" v="1963" actId="1076"/>
          <ac:spMkLst>
            <pc:docMk/>
            <pc:sldMk cId="3130947950" sldId="307"/>
            <ac:spMk id="21" creationId="{0F8AFB33-9072-B117-6588-F3F6CB523132}"/>
          </ac:spMkLst>
        </pc:spChg>
        <pc:spChg chg="add mod">
          <ac:chgData name="S, sujai" userId="ea3eeff1-1436-4e17-9018-f5ec13952ca9" providerId="ADAL" clId="{6F38BBDE-3310-446D-8512-AE8FFED99CC1}" dt="2026-09-19T10:08:07.989" v="1964" actId="1076"/>
          <ac:spMkLst>
            <pc:docMk/>
            <pc:sldMk cId="3130947950" sldId="307"/>
            <ac:spMk id="23" creationId="{EF4A0AB5-5DB9-D378-C03E-D843E60878CD}"/>
          </ac:spMkLst>
        </pc:spChg>
        <pc:spChg chg="add mod">
          <ac:chgData name="S, sujai" userId="ea3eeff1-1436-4e17-9018-f5ec13952ca9" providerId="ADAL" clId="{6F38BBDE-3310-446D-8512-AE8FFED99CC1}" dt="2026-09-19T10:16:32.450" v="2089" actId="1076"/>
          <ac:spMkLst>
            <pc:docMk/>
            <pc:sldMk cId="3130947950" sldId="307"/>
            <ac:spMk id="24" creationId="{776D49F3-A8F0-9435-1590-27941A60A8E5}"/>
          </ac:spMkLst>
        </pc:spChg>
        <pc:spChg chg="add mod">
          <ac:chgData name="S, sujai" userId="ea3eeff1-1436-4e17-9018-f5ec13952ca9" providerId="ADAL" clId="{6F38BBDE-3310-446D-8512-AE8FFED99CC1}" dt="2026-09-19T10:08:11.222" v="1965" actId="1076"/>
          <ac:spMkLst>
            <pc:docMk/>
            <pc:sldMk cId="3130947950" sldId="307"/>
            <ac:spMk id="25" creationId="{FDA2B6F3-F0C4-D73B-1B2D-A3D97CECCE30}"/>
          </ac:spMkLst>
        </pc:spChg>
        <pc:spChg chg="add mod">
          <ac:chgData name="S, sujai" userId="ea3eeff1-1436-4e17-9018-f5ec13952ca9" providerId="ADAL" clId="{6F38BBDE-3310-446D-8512-AE8FFED99CC1}" dt="2026-09-19T10:16:59.824" v="2128" actId="20577"/>
          <ac:spMkLst>
            <pc:docMk/>
            <pc:sldMk cId="3130947950" sldId="307"/>
            <ac:spMk id="27" creationId="{34E1EF97-ACCE-238C-93FF-8B93D6D0410D}"/>
          </ac:spMkLst>
        </pc:spChg>
        <pc:spChg chg="add mod">
          <ac:chgData name="S, sujai" userId="ea3eeff1-1436-4e17-9018-f5ec13952ca9" providerId="ADAL" clId="{6F38BBDE-3310-446D-8512-AE8FFED99CC1}" dt="2026-09-19T10:16:34.517" v="2090" actId="1076"/>
          <ac:spMkLst>
            <pc:docMk/>
            <pc:sldMk cId="3130947950" sldId="307"/>
            <ac:spMk id="28" creationId="{AF6B6C64-9529-3684-175A-0CC6E6936D48}"/>
          </ac:spMkLst>
        </pc:spChg>
        <pc:spChg chg="add mod">
          <ac:chgData name="S, sujai" userId="ea3eeff1-1436-4e17-9018-f5ec13952ca9" providerId="ADAL" clId="{6F38BBDE-3310-446D-8512-AE8FFED99CC1}" dt="2026-09-19T10:17:12.946" v="2154" actId="20577"/>
          <ac:spMkLst>
            <pc:docMk/>
            <pc:sldMk cId="3130947950" sldId="307"/>
            <ac:spMk id="29" creationId="{86936FB4-27CC-19D4-CA70-AEFBCDFB3F26}"/>
          </ac:spMkLst>
        </pc:spChg>
        <pc:spChg chg="add mod">
          <ac:chgData name="S, sujai" userId="ea3eeff1-1436-4e17-9018-f5ec13952ca9" providerId="ADAL" clId="{6F38BBDE-3310-446D-8512-AE8FFED99CC1}" dt="2026-09-19T10:17:18.829" v="2168" actId="20577"/>
          <ac:spMkLst>
            <pc:docMk/>
            <pc:sldMk cId="3130947950" sldId="307"/>
            <ac:spMk id="31" creationId="{BBC010FF-3009-7DFD-C6AE-B8780668CC80}"/>
          </ac:spMkLst>
        </pc:spChg>
        <pc:spChg chg="add mod">
          <ac:chgData name="S, sujai" userId="ea3eeff1-1436-4e17-9018-f5ec13952ca9" providerId="ADAL" clId="{6F38BBDE-3310-446D-8512-AE8FFED99CC1}" dt="2026-09-19T10:16:39.435" v="2093" actId="1076"/>
          <ac:spMkLst>
            <pc:docMk/>
            <pc:sldMk cId="3130947950" sldId="307"/>
            <ac:spMk id="32" creationId="{552B091C-F8E6-2006-3A35-39FEE3907327}"/>
          </ac:spMkLst>
        </pc:spChg>
        <pc:spChg chg="add mod">
          <ac:chgData name="S, sujai" userId="ea3eeff1-1436-4e17-9018-f5ec13952ca9" providerId="ADAL" clId="{6F38BBDE-3310-446D-8512-AE8FFED99CC1}" dt="2026-09-19T10:08:18.799" v="1966" actId="1076"/>
          <ac:spMkLst>
            <pc:docMk/>
            <pc:sldMk cId="3130947950" sldId="307"/>
            <ac:spMk id="33" creationId="{3828B833-DD67-8F88-BB4C-047AD3A066D1}"/>
          </ac:spMkLst>
        </pc:spChg>
        <pc:spChg chg="add mod">
          <ac:chgData name="S, sujai" userId="ea3eeff1-1436-4e17-9018-f5ec13952ca9" providerId="ADAL" clId="{6F38BBDE-3310-446D-8512-AE8FFED99CC1}" dt="2026-09-19T10:07:46.774" v="1944" actId="1076"/>
          <ac:spMkLst>
            <pc:docMk/>
            <pc:sldMk cId="3130947950" sldId="307"/>
            <ac:spMk id="35" creationId="{01BC01AB-3EA2-BEAD-1A39-9A01190C5715}"/>
          </ac:spMkLst>
        </pc:spChg>
        <pc:spChg chg="add mod">
          <ac:chgData name="S, sujai" userId="ea3eeff1-1436-4e17-9018-f5ec13952ca9" providerId="ADAL" clId="{6F38BBDE-3310-446D-8512-AE8FFED99CC1}" dt="2026-09-19T10:12:18.270" v="2074" actId="20577"/>
          <ac:spMkLst>
            <pc:docMk/>
            <pc:sldMk cId="3130947950" sldId="307"/>
            <ac:spMk id="36" creationId="{E27644A7-BB72-7FAC-26D5-97B3ED113311}"/>
          </ac:spMkLst>
        </pc:spChg>
        <pc:spChg chg="add mod">
          <ac:chgData name="S, sujai" userId="ea3eeff1-1436-4e17-9018-f5ec13952ca9" providerId="ADAL" clId="{6F38BBDE-3310-446D-8512-AE8FFED99CC1}" dt="2026-09-19T10:21:21.209" v="2205" actId="1076"/>
          <ac:spMkLst>
            <pc:docMk/>
            <pc:sldMk cId="3130947950" sldId="307"/>
            <ac:spMk id="37" creationId="{22A21655-5D5D-43B5-8589-8A9434DBE949}"/>
          </ac:spMkLst>
        </pc:spChg>
        <pc:spChg chg="add mod">
          <ac:chgData name="S, sujai" userId="ea3eeff1-1436-4e17-9018-f5ec13952ca9" providerId="ADAL" clId="{6F38BBDE-3310-446D-8512-AE8FFED99CC1}" dt="2026-09-19T10:11:00.628" v="2042" actId="20577"/>
          <ac:spMkLst>
            <pc:docMk/>
            <pc:sldMk cId="3130947950" sldId="307"/>
            <ac:spMk id="39" creationId="{58066900-65B6-8D7B-F714-84BB59B6F7CD}"/>
          </ac:spMkLst>
        </pc:spChg>
        <pc:spChg chg="add mod">
          <ac:chgData name="S, sujai" userId="ea3eeff1-1436-4e17-9018-f5ec13952ca9" providerId="ADAL" clId="{6F38BBDE-3310-446D-8512-AE8FFED99CC1}" dt="2026-09-18T07:05:44.899" v="1843" actId="20577"/>
          <ac:spMkLst>
            <pc:docMk/>
            <pc:sldMk cId="3130947950" sldId="307"/>
            <ac:spMk id="41" creationId="{1D375D4E-5D95-557F-BA27-73B945D58F07}"/>
          </ac:spMkLst>
        </pc:spChg>
        <pc:spChg chg="add mod">
          <ac:chgData name="S, sujai" userId="ea3eeff1-1436-4e17-9018-f5ec13952ca9" providerId="ADAL" clId="{6F38BBDE-3310-446D-8512-AE8FFED99CC1}" dt="2026-09-19T10:16:19.135" v="2086" actId="6549"/>
          <ac:spMkLst>
            <pc:docMk/>
            <pc:sldMk cId="3130947950" sldId="307"/>
            <ac:spMk id="42" creationId="{03DAD3B4-5539-C166-F9A8-6DC5D708EEA0}"/>
          </ac:spMkLst>
        </pc:spChg>
        <pc:spChg chg="add mod">
          <ac:chgData name="S, sujai" userId="ea3eeff1-1436-4e17-9018-f5ec13952ca9" providerId="ADAL" clId="{6F38BBDE-3310-446D-8512-AE8FFED99CC1}" dt="2026-09-19T10:16:25.773" v="2088" actId="1076"/>
          <ac:spMkLst>
            <pc:docMk/>
            <pc:sldMk cId="3130947950" sldId="307"/>
            <ac:spMk id="44" creationId="{33D2EBFB-DFEB-5FD9-77B7-849727CA9700}"/>
          </ac:spMkLst>
        </pc:spChg>
        <pc:spChg chg="add mod">
          <ac:chgData name="S, sujai" userId="ea3eeff1-1436-4e17-9018-f5ec13952ca9" providerId="ADAL" clId="{6F38BBDE-3310-446D-8512-AE8FFED99CC1}" dt="2026-09-19T10:19:16.579" v="2174" actId="20577"/>
          <ac:spMkLst>
            <pc:docMk/>
            <pc:sldMk cId="3130947950" sldId="307"/>
            <ac:spMk id="46" creationId="{FA4632C8-AEC8-BEBF-E73B-0653DC474233}"/>
          </ac:spMkLst>
        </pc:spChg>
        <pc:spChg chg="add mod">
          <ac:chgData name="S, sujai" userId="ea3eeff1-1436-4e17-9018-f5ec13952ca9" providerId="ADAL" clId="{6F38BBDE-3310-446D-8512-AE8FFED99CC1}" dt="2026-09-19T10:19:24.698" v="2178" actId="20577"/>
          <ac:spMkLst>
            <pc:docMk/>
            <pc:sldMk cId="3130947950" sldId="307"/>
            <ac:spMk id="48" creationId="{84697D5B-D7EE-24C1-10F4-1555F7CDAF36}"/>
          </ac:spMkLst>
        </pc:spChg>
        <pc:spChg chg="add mod">
          <ac:chgData name="S, sujai" userId="ea3eeff1-1436-4e17-9018-f5ec13952ca9" providerId="ADAL" clId="{6F38BBDE-3310-446D-8512-AE8FFED99CC1}" dt="2026-09-19T10:21:37.722" v="2222" actId="1076"/>
          <ac:spMkLst>
            <pc:docMk/>
            <pc:sldMk cId="3130947950" sldId="307"/>
            <ac:spMk id="50" creationId="{13332E5C-216D-0FC0-5C6D-04E4CC531EA9}"/>
          </ac:spMkLst>
        </pc:spChg>
        <pc:spChg chg="add mod">
          <ac:chgData name="S, sujai" userId="ea3eeff1-1436-4e17-9018-f5ec13952ca9" providerId="ADAL" clId="{6F38BBDE-3310-446D-8512-AE8FFED99CC1}" dt="2026-09-19T10:24:22.392" v="2285" actId="1076"/>
          <ac:spMkLst>
            <pc:docMk/>
            <pc:sldMk cId="3130947950" sldId="307"/>
            <ac:spMk id="52" creationId="{CB24FC92-3F8F-38BF-28FD-0489CD5373A8}"/>
          </ac:spMkLst>
        </pc:spChg>
        <pc:picChg chg="add mod">
          <ac:chgData name="S, sujai" userId="ea3eeff1-1436-4e17-9018-f5ec13952ca9" providerId="ADAL" clId="{6F38BBDE-3310-446D-8512-AE8FFED99CC1}" dt="2026-09-19T10:16:35.289" v="2091" actId="1076"/>
          <ac:picMkLst>
            <pc:docMk/>
            <pc:sldMk cId="3130947950" sldId="307"/>
            <ac:picMk id="16" creationId="{84920761-73EF-E19E-0271-72ACF4AABD5C}"/>
          </ac:picMkLst>
        </pc:picChg>
        <pc:picChg chg="add mod">
          <ac:chgData name="S, sujai" userId="ea3eeff1-1436-4e17-9018-f5ec13952ca9" providerId="ADAL" clId="{6F38BBDE-3310-446D-8512-AE8FFED99CC1}" dt="2026-09-19T10:16:36.206" v="2092" actId="1076"/>
          <ac:picMkLst>
            <pc:docMk/>
            <pc:sldMk cId="3130947950" sldId="307"/>
            <ac:picMk id="18" creationId="{6C4C4C99-DA2B-1CF3-3A7A-D11954A89D7D}"/>
          </ac:picMkLst>
        </pc:picChg>
        <pc:picChg chg="add mod">
          <ac:chgData name="S, sujai" userId="ea3eeff1-1436-4e17-9018-f5ec13952ca9" providerId="ADAL" clId="{6F38BBDE-3310-446D-8512-AE8FFED99CC1}" dt="2026-09-19T10:16:41.185" v="2094" actId="1076"/>
          <ac:picMkLst>
            <pc:docMk/>
            <pc:sldMk cId="3130947950" sldId="307"/>
            <ac:picMk id="22" creationId="{68020B5E-198B-DE08-0FDF-4FA8E9F62C8E}"/>
          </ac:picMkLst>
        </pc:picChg>
        <pc:picChg chg="add del">
          <ac:chgData name="S, sujai" userId="ea3eeff1-1436-4e17-9018-f5ec13952ca9" providerId="ADAL" clId="{6F38BBDE-3310-446D-8512-AE8FFED99CC1}" dt="2026-09-18T07:05:37.262" v="1835" actId="22"/>
          <ac:picMkLst>
            <pc:docMk/>
            <pc:sldMk cId="3130947950" sldId="307"/>
            <ac:picMk id="39" creationId="{C5B11561-8224-BC80-EB21-43141D18D083}"/>
          </ac:picMkLst>
        </pc:picChg>
        <pc:cxnChg chg="add mod">
          <ac:chgData name="S, sujai" userId="ea3eeff1-1436-4e17-9018-f5ec13952ca9" providerId="ADAL" clId="{6F38BBDE-3310-446D-8512-AE8FFED99CC1}" dt="2026-09-19T10:08:33.393" v="1973" actId="14100"/>
          <ac:cxnSpMkLst>
            <pc:docMk/>
            <pc:sldMk cId="3130947950" sldId="307"/>
            <ac:cxnSpMk id="7" creationId="{D5EA7055-F72B-36E9-0918-261630DE4691}"/>
          </ac:cxnSpMkLst>
        </pc:cxnChg>
        <pc:cxnChg chg="add mod">
          <ac:chgData name="S, sujai" userId="ea3eeff1-1436-4e17-9018-f5ec13952ca9" providerId="ADAL" clId="{6F38BBDE-3310-446D-8512-AE8FFED99CC1}" dt="2026-09-18T07:05:33.057" v="1833" actId="1076"/>
          <ac:cxnSpMkLst>
            <pc:docMk/>
            <pc:sldMk cId="3130947950" sldId="307"/>
            <ac:cxnSpMk id="14" creationId="{D2768640-24CC-9D1B-177A-71333E783B4F}"/>
          </ac:cxnSpMkLst>
        </pc:cxnChg>
      </pc:sldChg>
      <pc:sldChg chg="addSp delSp modSp add mod ord">
        <pc:chgData name="S, sujai" userId="ea3eeff1-1436-4e17-9018-f5ec13952ca9" providerId="ADAL" clId="{6F38BBDE-3310-446D-8512-AE8FFED99CC1}" dt="2026-09-19T10:29:53.720" v="2915"/>
        <pc:sldMkLst>
          <pc:docMk/>
          <pc:sldMk cId="298339143" sldId="308"/>
        </pc:sldMkLst>
        <pc:spChg chg="add mod">
          <ac:chgData name="S, sujai" userId="ea3eeff1-1436-4e17-9018-f5ec13952ca9" providerId="ADAL" clId="{6F38BBDE-3310-446D-8512-AE8FFED99CC1}" dt="2026-09-17T15:45:46.757" v="1807" actId="1076"/>
          <ac:spMkLst>
            <pc:docMk/>
            <pc:sldMk cId="298339143" sldId="308"/>
            <ac:spMk id="3" creationId="{E2825900-B412-F29C-3608-F7B659EFF2EB}"/>
          </ac:spMkLst>
        </pc:spChg>
        <pc:spChg chg="add mod">
          <ac:chgData name="S, sujai" userId="ea3eeff1-1436-4e17-9018-f5ec13952ca9" providerId="ADAL" clId="{6F38BBDE-3310-446D-8512-AE8FFED99CC1}" dt="2026-09-17T15:45:42.699" v="1806" actId="1076"/>
          <ac:spMkLst>
            <pc:docMk/>
            <pc:sldMk cId="298339143" sldId="308"/>
            <ac:spMk id="7" creationId="{D06BAFDC-90E2-A38E-7284-6AD93AE6E547}"/>
          </ac:spMkLst>
        </pc:spChg>
        <pc:spChg chg="add mod">
          <ac:chgData name="S, sujai" userId="ea3eeff1-1436-4e17-9018-f5ec13952ca9" providerId="ADAL" clId="{6F38BBDE-3310-446D-8512-AE8FFED99CC1}" dt="2026-09-17T11:22:13.177" v="367" actId="1076"/>
          <ac:spMkLst>
            <pc:docMk/>
            <pc:sldMk cId="298339143" sldId="308"/>
            <ac:spMk id="11" creationId="{1E057BAE-5D42-E8BD-D849-9C7E739A76D3}"/>
          </ac:spMkLst>
        </pc:spChg>
        <pc:spChg chg="add mod">
          <ac:chgData name="S, sujai" userId="ea3eeff1-1436-4e17-9018-f5ec13952ca9" providerId="ADAL" clId="{6F38BBDE-3310-446D-8512-AE8FFED99CC1}" dt="2026-09-17T15:45:48.888" v="1808" actId="1076"/>
          <ac:spMkLst>
            <pc:docMk/>
            <pc:sldMk cId="298339143" sldId="308"/>
            <ac:spMk id="18" creationId="{76E80B1C-E244-5A23-3872-F4A75B5A96D3}"/>
          </ac:spMkLst>
        </pc:spChg>
        <pc:spChg chg="add mod">
          <ac:chgData name="S, sujai" userId="ea3eeff1-1436-4e17-9018-f5ec13952ca9" providerId="ADAL" clId="{6F38BBDE-3310-446D-8512-AE8FFED99CC1}" dt="2026-09-17T15:45:53.202" v="1809" actId="1076"/>
          <ac:spMkLst>
            <pc:docMk/>
            <pc:sldMk cId="298339143" sldId="308"/>
            <ac:spMk id="24" creationId="{F84A42AA-5F27-EF7C-7D00-9885A9BA96FC}"/>
          </ac:spMkLst>
        </pc:spChg>
        <pc:spChg chg="add mod">
          <ac:chgData name="S, sujai" userId="ea3eeff1-1436-4e17-9018-f5ec13952ca9" providerId="ADAL" clId="{6F38BBDE-3310-446D-8512-AE8FFED99CC1}" dt="2026-09-17T15:45:42.699" v="1806" actId="1076"/>
          <ac:spMkLst>
            <pc:docMk/>
            <pc:sldMk cId="298339143" sldId="308"/>
            <ac:spMk id="27" creationId="{37454366-5096-73D6-5583-83DD08EEE9E7}"/>
          </ac:spMkLst>
        </pc:spChg>
        <pc:spChg chg="add mod">
          <ac:chgData name="S, sujai" userId="ea3eeff1-1436-4e17-9018-f5ec13952ca9" providerId="ADAL" clId="{6F38BBDE-3310-446D-8512-AE8FFED99CC1}" dt="2026-09-17T11:22:27.059" v="379" actId="1076"/>
          <ac:spMkLst>
            <pc:docMk/>
            <pc:sldMk cId="298339143" sldId="308"/>
            <ac:spMk id="29" creationId="{48967882-EC0A-CF39-BD4A-5349376D7BF0}"/>
          </ac:spMkLst>
        </pc:spChg>
        <pc:spChg chg="add mod">
          <ac:chgData name="S, sujai" userId="ea3eeff1-1436-4e17-9018-f5ec13952ca9" providerId="ADAL" clId="{6F38BBDE-3310-446D-8512-AE8FFED99CC1}" dt="2026-09-17T11:27:10.577" v="559" actId="14100"/>
          <ac:spMkLst>
            <pc:docMk/>
            <pc:sldMk cId="298339143" sldId="308"/>
            <ac:spMk id="31" creationId="{55756FE0-486B-549C-4A18-842E65C538D5}"/>
          </ac:spMkLst>
        </pc:spChg>
        <pc:spChg chg="add mod">
          <ac:chgData name="S, sujai" userId="ea3eeff1-1436-4e17-9018-f5ec13952ca9" providerId="ADAL" clId="{6F38BBDE-3310-446D-8512-AE8FFED99CC1}" dt="2026-09-17T15:45:42.699" v="1806" actId="1076"/>
          <ac:spMkLst>
            <pc:docMk/>
            <pc:sldMk cId="298339143" sldId="308"/>
            <ac:spMk id="33" creationId="{DF6473EE-6BDD-030E-2989-73893FFE906A}"/>
          </ac:spMkLst>
        </pc:spChg>
        <pc:spChg chg="add mod">
          <ac:chgData name="S, sujai" userId="ea3eeff1-1436-4e17-9018-f5ec13952ca9" providerId="ADAL" clId="{6F38BBDE-3310-446D-8512-AE8FFED99CC1}" dt="2026-09-17T11:27:15.077" v="560" actId="14100"/>
          <ac:spMkLst>
            <pc:docMk/>
            <pc:sldMk cId="298339143" sldId="308"/>
            <ac:spMk id="35" creationId="{A9F1533E-EF80-8BAA-E4ED-11A0E4EBD4DD}"/>
          </ac:spMkLst>
        </pc:spChg>
        <pc:spChg chg="add mod">
          <ac:chgData name="S, sujai" userId="ea3eeff1-1436-4e17-9018-f5ec13952ca9" providerId="ADAL" clId="{6F38BBDE-3310-446D-8512-AE8FFED99CC1}" dt="2026-09-17T11:24:22.318" v="503" actId="1076"/>
          <ac:spMkLst>
            <pc:docMk/>
            <pc:sldMk cId="298339143" sldId="308"/>
            <ac:spMk id="37" creationId="{EC730DD5-14F3-FFD7-5C68-09B0AB68259A}"/>
          </ac:spMkLst>
        </pc:spChg>
        <pc:spChg chg="add mod">
          <ac:chgData name="S, sujai" userId="ea3eeff1-1436-4e17-9018-f5ec13952ca9" providerId="ADAL" clId="{6F38BBDE-3310-446D-8512-AE8FFED99CC1}" dt="2026-09-17T15:45:42.699" v="1806" actId="1076"/>
          <ac:spMkLst>
            <pc:docMk/>
            <pc:sldMk cId="298339143" sldId="308"/>
            <ac:spMk id="39" creationId="{DE704659-081A-E9A0-28E8-C0F894610D8E}"/>
          </ac:spMkLst>
        </pc:spChg>
        <pc:spChg chg="add mod">
          <ac:chgData name="S, sujai" userId="ea3eeff1-1436-4e17-9018-f5ec13952ca9" providerId="ADAL" clId="{6F38BBDE-3310-446D-8512-AE8FFED99CC1}" dt="2026-09-17T15:46:04.026" v="1812" actId="1076"/>
          <ac:spMkLst>
            <pc:docMk/>
            <pc:sldMk cId="298339143" sldId="308"/>
            <ac:spMk id="41" creationId="{27121E38-FD93-1ADB-2D6F-FF7BB66F305B}"/>
          </ac:spMkLst>
        </pc:spChg>
        <pc:spChg chg="add mod">
          <ac:chgData name="S, sujai" userId="ea3eeff1-1436-4e17-9018-f5ec13952ca9" providerId="ADAL" clId="{6F38BBDE-3310-446D-8512-AE8FFED99CC1}" dt="2026-09-17T15:46:05.579" v="1813" actId="1076"/>
          <ac:spMkLst>
            <pc:docMk/>
            <pc:sldMk cId="298339143" sldId="308"/>
            <ac:spMk id="43" creationId="{085FA974-7457-F53F-3042-3064824B26BA}"/>
          </ac:spMkLst>
        </pc:spChg>
        <pc:spChg chg="add mod">
          <ac:chgData name="S, sujai" userId="ea3eeff1-1436-4e17-9018-f5ec13952ca9" providerId="ADAL" clId="{6F38BBDE-3310-446D-8512-AE8FFED99CC1}" dt="2026-09-17T15:45:42.699" v="1806" actId="1076"/>
          <ac:spMkLst>
            <pc:docMk/>
            <pc:sldMk cId="298339143" sldId="308"/>
            <ac:spMk id="45" creationId="{19C2CE14-74EE-D288-9E09-B2EEC086BF57}"/>
          </ac:spMkLst>
        </pc:spChg>
        <pc:spChg chg="add mod">
          <ac:chgData name="S, sujai" userId="ea3eeff1-1436-4e17-9018-f5ec13952ca9" providerId="ADAL" clId="{6F38BBDE-3310-446D-8512-AE8FFED99CC1}" dt="2026-09-17T15:45:42.699" v="1806" actId="1076"/>
          <ac:spMkLst>
            <pc:docMk/>
            <pc:sldMk cId="298339143" sldId="308"/>
            <ac:spMk id="47" creationId="{6625E12A-55E0-5059-B6AC-2B31642EF195}"/>
          </ac:spMkLst>
        </pc:spChg>
        <pc:spChg chg="add mod">
          <ac:chgData name="S, sujai" userId="ea3eeff1-1436-4e17-9018-f5ec13952ca9" providerId="ADAL" clId="{6F38BBDE-3310-446D-8512-AE8FFED99CC1}" dt="2026-09-17T15:47:08.282" v="1827" actId="20577"/>
          <ac:spMkLst>
            <pc:docMk/>
            <pc:sldMk cId="298339143" sldId="308"/>
            <ac:spMk id="53" creationId="{D4ED6A2A-7D40-A8B7-5BB0-1FBEB99F7B26}"/>
          </ac:spMkLst>
        </pc:spChg>
        <pc:spChg chg="add mod">
          <ac:chgData name="S, sujai" userId="ea3eeff1-1436-4e17-9018-f5ec13952ca9" providerId="ADAL" clId="{6F38BBDE-3310-446D-8512-AE8FFED99CC1}" dt="2026-09-17T15:47:11.589" v="1832" actId="20577"/>
          <ac:spMkLst>
            <pc:docMk/>
            <pc:sldMk cId="298339143" sldId="308"/>
            <ac:spMk id="55" creationId="{A19ADB93-02D8-893F-70DE-6D528B4BE6B2}"/>
          </ac:spMkLst>
        </pc:spChg>
        <pc:cxnChg chg="mod">
          <ac:chgData name="S, sujai" userId="ea3eeff1-1436-4e17-9018-f5ec13952ca9" providerId="ADAL" clId="{6F38BBDE-3310-446D-8512-AE8FFED99CC1}" dt="2026-09-17T11:18:34.889" v="137" actId="1076"/>
          <ac:cxnSpMkLst>
            <pc:docMk/>
            <pc:sldMk cId="298339143" sldId="308"/>
            <ac:cxnSpMk id="14" creationId="{8A6CEB56-8053-822C-AB72-F0255D685D97}"/>
          </ac:cxnSpMkLst>
        </pc:cxnChg>
        <pc:cxnChg chg="add mod">
          <ac:chgData name="S, sujai" userId="ea3eeff1-1436-4e17-9018-f5ec13952ca9" providerId="ADAL" clId="{6F38BBDE-3310-446D-8512-AE8FFED99CC1}" dt="2026-09-17T11:27:22.511" v="563" actId="14100"/>
          <ac:cxnSpMkLst>
            <pc:docMk/>
            <pc:sldMk cId="298339143" sldId="308"/>
            <ac:cxnSpMk id="48" creationId="{AE219B04-5EAE-9968-48E6-554C215A1D34}"/>
          </ac:cxnSpMkLst>
        </pc:cxnChg>
        <pc:cxnChg chg="add mod">
          <ac:chgData name="S, sujai" userId="ea3eeff1-1436-4e17-9018-f5ec13952ca9" providerId="ADAL" clId="{6F38BBDE-3310-446D-8512-AE8FFED99CC1}" dt="2026-09-17T11:27:27.904" v="566" actId="14100"/>
          <ac:cxnSpMkLst>
            <pc:docMk/>
            <pc:sldMk cId="298339143" sldId="308"/>
            <ac:cxnSpMk id="50" creationId="{88543C8F-7C6B-DF22-8999-1953AA182E76}"/>
          </ac:cxnSpMkLst>
        </pc:cxnChg>
      </pc:sldChg>
      <pc:sldChg chg="addSp delSp modSp add mod ord">
        <pc:chgData name="S, sujai" userId="ea3eeff1-1436-4e17-9018-f5ec13952ca9" providerId="ADAL" clId="{6F38BBDE-3310-446D-8512-AE8FFED99CC1}" dt="2026-09-19T10:29:53.720" v="2915"/>
        <pc:sldMkLst>
          <pc:docMk/>
          <pc:sldMk cId="4134363760" sldId="309"/>
        </pc:sldMkLst>
        <pc:spChg chg="mod">
          <ac:chgData name="S, sujai" userId="ea3eeff1-1436-4e17-9018-f5ec13952ca9" providerId="ADAL" clId="{6F38BBDE-3310-446D-8512-AE8FFED99CC1}" dt="2026-09-17T15:45:33.014" v="1805" actId="1076"/>
          <ac:spMkLst>
            <pc:docMk/>
            <pc:sldMk cId="4134363760" sldId="309"/>
            <ac:spMk id="6" creationId="{B788F534-BA5E-F5DD-C277-8B94A02DCD54}"/>
          </ac:spMkLst>
        </pc:spChg>
        <pc:spChg chg="add mod">
          <ac:chgData name="S, sujai" userId="ea3eeff1-1436-4e17-9018-f5ec13952ca9" providerId="ADAL" clId="{6F38BBDE-3310-446D-8512-AE8FFED99CC1}" dt="2026-09-17T15:45:33.014" v="1805" actId="1076"/>
          <ac:spMkLst>
            <pc:docMk/>
            <pc:sldMk cId="4134363760" sldId="309"/>
            <ac:spMk id="19" creationId="{7B7741F5-0F0E-03C0-C7A7-0CD90D865308}"/>
          </ac:spMkLst>
        </pc:spChg>
        <pc:spChg chg="add mod">
          <ac:chgData name="S, sujai" userId="ea3eeff1-1436-4e17-9018-f5ec13952ca9" providerId="ADAL" clId="{6F38BBDE-3310-446D-8512-AE8FFED99CC1}" dt="2026-09-17T15:45:33.014" v="1805" actId="1076"/>
          <ac:spMkLst>
            <pc:docMk/>
            <pc:sldMk cId="4134363760" sldId="309"/>
            <ac:spMk id="21" creationId="{046C0CA9-3B7A-D841-5492-6AA07534BE08}"/>
          </ac:spMkLst>
        </pc:spChg>
        <pc:spChg chg="add mod">
          <ac:chgData name="S, sujai" userId="ea3eeff1-1436-4e17-9018-f5ec13952ca9" providerId="ADAL" clId="{6F38BBDE-3310-446D-8512-AE8FFED99CC1}" dt="2026-09-17T15:45:33.014" v="1805" actId="1076"/>
          <ac:spMkLst>
            <pc:docMk/>
            <pc:sldMk cId="4134363760" sldId="309"/>
            <ac:spMk id="23" creationId="{C2042972-9D40-4B24-4551-0B1E4C135CD1}"/>
          </ac:spMkLst>
        </pc:spChg>
        <pc:spChg chg="add mod">
          <ac:chgData name="S, sujai" userId="ea3eeff1-1436-4e17-9018-f5ec13952ca9" providerId="ADAL" clId="{6F38BBDE-3310-446D-8512-AE8FFED99CC1}" dt="2026-09-17T15:45:33.014" v="1805" actId="1076"/>
          <ac:spMkLst>
            <pc:docMk/>
            <pc:sldMk cId="4134363760" sldId="309"/>
            <ac:spMk id="26" creationId="{4F0FECAC-2C79-E9E1-FDD8-9205BFF09C1E}"/>
          </ac:spMkLst>
        </pc:spChg>
        <pc:spChg chg="add mod">
          <ac:chgData name="S, sujai" userId="ea3eeff1-1436-4e17-9018-f5ec13952ca9" providerId="ADAL" clId="{6F38BBDE-3310-446D-8512-AE8FFED99CC1}" dt="2026-09-17T15:45:33.014" v="1805" actId="1076"/>
          <ac:spMkLst>
            <pc:docMk/>
            <pc:sldMk cId="4134363760" sldId="309"/>
            <ac:spMk id="30" creationId="{7051FDA4-E89E-F3E9-EED0-CA782A092895}"/>
          </ac:spMkLst>
        </pc:spChg>
        <pc:spChg chg="add mod">
          <ac:chgData name="S, sujai" userId="ea3eeff1-1436-4e17-9018-f5ec13952ca9" providerId="ADAL" clId="{6F38BBDE-3310-446D-8512-AE8FFED99CC1}" dt="2026-09-17T15:45:33.014" v="1805" actId="1076"/>
          <ac:spMkLst>
            <pc:docMk/>
            <pc:sldMk cId="4134363760" sldId="309"/>
            <ac:spMk id="34" creationId="{D63FF5CC-FD0E-572E-5555-FE8219317C66}"/>
          </ac:spMkLst>
        </pc:spChg>
        <pc:cxnChg chg="add mod">
          <ac:chgData name="S, sujai" userId="ea3eeff1-1436-4e17-9018-f5ec13952ca9" providerId="ADAL" clId="{6F38BBDE-3310-446D-8512-AE8FFED99CC1}" dt="2026-09-17T15:45:33.014" v="1805" actId="1076"/>
          <ac:cxnSpMkLst>
            <pc:docMk/>
            <pc:sldMk cId="4134363760" sldId="309"/>
            <ac:cxnSpMk id="5" creationId="{8770BF38-DC03-94DC-9F80-392B3B31571C}"/>
          </ac:cxnSpMkLst>
        </pc:cxnChg>
      </pc:sldChg>
      <pc:sldChg chg="addSp delSp modSp add mod ord">
        <pc:chgData name="S, sujai" userId="ea3eeff1-1436-4e17-9018-f5ec13952ca9" providerId="ADAL" clId="{6F38BBDE-3310-446D-8512-AE8FFED99CC1}" dt="2026-09-19T10:29:53.720" v="2915"/>
        <pc:sldMkLst>
          <pc:docMk/>
          <pc:sldMk cId="1116507226" sldId="310"/>
        </pc:sldMkLst>
        <pc:spChg chg="add mod">
          <ac:chgData name="S, sujai" userId="ea3eeff1-1436-4e17-9018-f5ec13952ca9" providerId="ADAL" clId="{6F38BBDE-3310-446D-8512-AE8FFED99CC1}" dt="2026-09-19T10:29:30.461" v="2913" actId="1076"/>
          <ac:spMkLst>
            <pc:docMk/>
            <pc:sldMk cId="1116507226" sldId="310"/>
            <ac:spMk id="3" creationId="{586C2D57-E681-91E0-C0A0-7DF4248660A0}"/>
          </ac:spMkLst>
        </pc:spChg>
        <pc:spChg chg="add mod">
          <ac:chgData name="S, sujai" userId="ea3eeff1-1436-4e17-9018-f5ec13952ca9" providerId="ADAL" clId="{6F38BBDE-3310-446D-8512-AE8FFED99CC1}" dt="2026-09-19T10:29:18.773" v="2909" actId="1076"/>
          <ac:spMkLst>
            <pc:docMk/>
            <pc:sldMk cId="1116507226" sldId="310"/>
            <ac:spMk id="6" creationId="{D8DE66D4-8341-1DEB-ADFA-E50C9F2AFE0D}"/>
          </ac:spMkLst>
        </pc:spChg>
        <pc:spChg chg="mod">
          <ac:chgData name="S, sujai" userId="ea3eeff1-1436-4e17-9018-f5ec13952ca9" providerId="ADAL" clId="{6F38BBDE-3310-446D-8512-AE8FFED99CC1}" dt="2026-09-19T10:24:57.865" v="2288" actId="14100"/>
          <ac:spMkLst>
            <pc:docMk/>
            <pc:sldMk cId="1116507226" sldId="310"/>
            <ac:spMk id="8" creationId="{F052DE9E-67AE-C75A-7DDB-39662359844E}"/>
          </ac:spMkLst>
        </pc:spChg>
        <pc:spChg chg="add mod">
          <ac:chgData name="S, sujai" userId="ea3eeff1-1436-4e17-9018-f5ec13952ca9" providerId="ADAL" clId="{6F38BBDE-3310-446D-8512-AE8FFED99CC1}" dt="2026-09-19T10:29:18.773" v="2909" actId="1076"/>
          <ac:spMkLst>
            <pc:docMk/>
            <pc:sldMk cId="1116507226" sldId="310"/>
            <ac:spMk id="9" creationId="{F2FB7E7E-0545-018B-7DC3-081ADD929D6F}"/>
          </ac:spMkLst>
        </pc:spChg>
        <pc:spChg chg="add del mod">
          <ac:chgData name="S, sujai" userId="ea3eeff1-1436-4e17-9018-f5ec13952ca9" providerId="ADAL" clId="{6F38BBDE-3310-446D-8512-AE8FFED99CC1}" dt="2026-09-18T07:11:17.859" v="1847" actId="478"/>
          <ac:spMkLst>
            <pc:docMk/>
            <pc:sldMk cId="1116507226" sldId="310"/>
            <ac:spMk id="11" creationId="{0B92488D-494F-0395-E3BD-649677540AB9}"/>
          </ac:spMkLst>
        </pc:spChg>
        <pc:spChg chg="add mod">
          <ac:chgData name="S, sujai" userId="ea3eeff1-1436-4e17-9018-f5ec13952ca9" providerId="ADAL" clId="{6F38BBDE-3310-446D-8512-AE8FFED99CC1}" dt="2026-09-19T10:26:23.011" v="2367" actId="6549"/>
          <ac:spMkLst>
            <pc:docMk/>
            <pc:sldMk cId="1116507226" sldId="310"/>
            <ac:spMk id="11" creationId="{B585F4B4-4386-3FD0-6119-5A9C17224429}"/>
          </ac:spMkLst>
        </pc:spChg>
        <pc:spChg chg="add mod">
          <ac:chgData name="S, sujai" userId="ea3eeff1-1436-4e17-9018-f5ec13952ca9" providerId="ADAL" clId="{6F38BBDE-3310-446D-8512-AE8FFED99CC1}" dt="2026-09-19T10:29:18.773" v="2909" actId="1076"/>
          <ac:spMkLst>
            <pc:docMk/>
            <pc:sldMk cId="1116507226" sldId="310"/>
            <ac:spMk id="13" creationId="{688E99AA-561B-5DFC-5D4C-252097D5847C}"/>
          </ac:spMkLst>
        </pc:spChg>
        <pc:spChg chg="add mod">
          <ac:chgData name="S, sujai" userId="ea3eeff1-1436-4e17-9018-f5ec13952ca9" providerId="ADAL" clId="{6F38BBDE-3310-446D-8512-AE8FFED99CC1}" dt="2026-09-19T10:29:22.946" v="2910" actId="1076"/>
          <ac:spMkLst>
            <pc:docMk/>
            <pc:sldMk cId="1116507226" sldId="310"/>
            <ac:spMk id="14" creationId="{E3DF73A4-8C38-3D3D-787E-25A96194AE83}"/>
          </ac:spMkLst>
        </pc:spChg>
        <pc:spChg chg="add mod">
          <ac:chgData name="S, sujai" userId="ea3eeff1-1436-4e17-9018-f5ec13952ca9" providerId="ADAL" clId="{6F38BBDE-3310-446D-8512-AE8FFED99CC1}" dt="2026-09-19T10:29:28.404" v="2912" actId="1076"/>
          <ac:spMkLst>
            <pc:docMk/>
            <pc:sldMk cId="1116507226" sldId="310"/>
            <ac:spMk id="16" creationId="{B1582BF6-0A5F-2370-AD89-1849792B27AE}"/>
          </ac:spMkLst>
        </pc:spChg>
        <pc:spChg chg="mod">
          <ac:chgData name="S, sujai" userId="ea3eeff1-1436-4e17-9018-f5ec13952ca9" providerId="ADAL" clId="{6F38BBDE-3310-446D-8512-AE8FFED99CC1}" dt="2026-09-19T10:29:18.773" v="2909" actId="1076"/>
          <ac:spMkLst>
            <pc:docMk/>
            <pc:sldMk cId="1116507226" sldId="310"/>
            <ac:spMk id="19" creationId="{5AE81F9B-C734-67F4-D2E7-9A63D562F4F5}"/>
          </ac:spMkLst>
        </pc:spChg>
        <pc:spChg chg="mod">
          <ac:chgData name="S, sujai" userId="ea3eeff1-1436-4e17-9018-f5ec13952ca9" providerId="ADAL" clId="{6F38BBDE-3310-446D-8512-AE8FFED99CC1}" dt="2026-09-19T10:28:52.606" v="2852" actId="20577"/>
          <ac:spMkLst>
            <pc:docMk/>
            <pc:sldMk cId="1116507226" sldId="310"/>
            <ac:spMk id="21" creationId="{FDBD786E-C5CB-EB4E-B52A-3E05B6619608}"/>
          </ac:spMkLst>
        </pc:spChg>
        <pc:spChg chg="mod">
          <ac:chgData name="S, sujai" userId="ea3eeff1-1436-4e17-9018-f5ec13952ca9" providerId="ADAL" clId="{6F38BBDE-3310-446D-8512-AE8FFED99CC1}" dt="2026-09-19T10:29:18.773" v="2909" actId="1076"/>
          <ac:spMkLst>
            <pc:docMk/>
            <pc:sldMk cId="1116507226" sldId="310"/>
            <ac:spMk id="23" creationId="{A9B6E675-E0ED-33D3-C439-5FB24C19557A}"/>
          </ac:spMkLst>
        </pc:spChg>
        <pc:spChg chg="del mod">
          <ac:chgData name="S, sujai" userId="ea3eeff1-1436-4e17-9018-f5ec13952ca9" providerId="ADAL" clId="{6F38BBDE-3310-446D-8512-AE8FFED99CC1}" dt="2026-09-18T07:11:11.965" v="1844" actId="478"/>
          <ac:spMkLst>
            <pc:docMk/>
            <pc:sldMk cId="1116507226" sldId="310"/>
            <ac:spMk id="26" creationId="{B33627A7-0E18-6977-8ED2-4E7C128131BA}"/>
          </ac:spMkLst>
        </pc:spChg>
        <pc:spChg chg="mod">
          <ac:chgData name="S, sujai" userId="ea3eeff1-1436-4e17-9018-f5ec13952ca9" providerId="ADAL" clId="{6F38BBDE-3310-446D-8512-AE8FFED99CC1}" dt="2026-09-19T10:29:18.773" v="2909" actId="1076"/>
          <ac:spMkLst>
            <pc:docMk/>
            <pc:sldMk cId="1116507226" sldId="310"/>
            <ac:spMk id="30" creationId="{45230ED0-031A-088A-CFDB-374C2ED7D409}"/>
          </ac:spMkLst>
        </pc:spChg>
        <pc:spChg chg="mod">
          <ac:chgData name="S, sujai" userId="ea3eeff1-1436-4e17-9018-f5ec13952ca9" providerId="ADAL" clId="{6F38BBDE-3310-446D-8512-AE8FFED99CC1}" dt="2026-09-19T10:29:24.656" v="2911" actId="1076"/>
          <ac:spMkLst>
            <pc:docMk/>
            <pc:sldMk cId="1116507226" sldId="310"/>
            <ac:spMk id="34" creationId="{3BEE1495-EA9C-3599-EDB6-95738D34A56B}"/>
          </ac:spMkLst>
        </pc:spChg>
        <pc:cxnChg chg="mod">
          <ac:chgData name="S, sujai" userId="ea3eeff1-1436-4e17-9018-f5ec13952ca9" providerId="ADAL" clId="{6F38BBDE-3310-446D-8512-AE8FFED99CC1}" dt="2026-09-17T15:45:26.784" v="1804" actId="1076"/>
          <ac:cxnSpMkLst>
            <pc:docMk/>
            <pc:sldMk cId="1116507226" sldId="310"/>
            <ac:cxnSpMk id="5" creationId="{9D8EBB6D-0B81-9CF4-2839-7C48DE81FC8B}"/>
          </ac:cxnSpMkLst>
        </pc:cxnChg>
      </pc:sldChg>
      <pc:sldChg chg="add del">
        <pc:chgData name="S, sujai" userId="ea3eeff1-1436-4e17-9018-f5ec13952ca9" providerId="ADAL" clId="{6F38BBDE-3310-446D-8512-AE8FFED99CC1}" dt="2026-09-19T10:18:07.475" v="2169" actId="47"/>
        <pc:sldMkLst>
          <pc:docMk/>
          <pc:sldMk cId="972335067" sldId="31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9A9F40-0E43-4020-B92F-C7052F59524C}" type="datetimeFigureOut">
              <a:rPr lang="en-IN" smtClean="0"/>
              <a:t>19-09-2026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A7A839-52F5-4B10-BD4F-34515AEB302A}" type="slidenum">
              <a:rPr lang="en-IN" smtClean="0"/>
              <a:t>‹#›</a:t>
            </a:fld>
            <a:endParaRPr lang="en-IN"/>
          </a:p>
        </p:txBody>
      </p:sp>
    </p:spTree>
    <p:extLst>
      <p:ext uri="{BB962C8B-B14F-4D97-AF65-F5344CB8AC3E}">
        <p14:creationId xmlns:p14="http://schemas.microsoft.com/office/powerpoint/2010/main" val="397324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9A7A839-52F5-4B10-BD4F-34515AEB302A}" type="slidenum">
              <a:rPr lang="en-IN" smtClean="0"/>
              <a:t>22</a:t>
            </a:fld>
            <a:endParaRPr lang="en-IN"/>
          </a:p>
        </p:txBody>
      </p:sp>
    </p:spTree>
    <p:extLst>
      <p:ext uri="{BB962C8B-B14F-4D97-AF65-F5344CB8AC3E}">
        <p14:creationId xmlns:p14="http://schemas.microsoft.com/office/powerpoint/2010/main" val="12938055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0D8A0-9C88-FB7E-C77F-CBFCBE623BF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E478B91-46FF-CA87-7975-7E606F041C0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F530B42-DADB-680F-F754-2801F13D845F}"/>
              </a:ext>
            </a:extLst>
          </p:cNvPr>
          <p:cNvSpPr>
            <a:spLocks noGrp="1"/>
          </p:cNvSpPr>
          <p:nvPr>
            <p:ph type="dt" sz="half" idx="10"/>
          </p:nvPr>
        </p:nvSpPr>
        <p:spPr/>
        <p:txBody>
          <a:bodyPr/>
          <a:lstStyle/>
          <a:p>
            <a:fld id="{BE7CCDB3-C4C0-4F72-AA11-182BCEFDE59F}" type="datetimeFigureOut">
              <a:rPr lang="en-IN" smtClean="0"/>
              <a:t>19-09-2026</a:t>
            </a:fld>
            <a:endParaRPr lang="en-IN"/>
          </a:p>
        </p:txBody>
      </p:sp>
      <p:sp>
        <p:nvSpPr>
          <p:cNvPr id="5" name="Footer Placeholder 4">
            <a:extLst>
              <a:ext uri="{FF2B5EF4-FFF2-40B4-BE49-F238E27FC236}">
                <a16:creationId xmlns:a16="http://schemas.microsoft.com/office/drawing/2014/main" id="{91B87160-5F02-6497-AD74-CC20225D01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0BDC56-29BE-5211-6246-6CA13DA10ED8}"/>
              </a:ext>
            </a:extLst>
          </p:cNvPr>
          <p:cNvSpPr>
            <a:spLocks noGrp="1"/>
          </p:cNvSpPr>
          <p:nvPr>
            <p:ph type="sldNum" sz="quarter" idx="12"/>
          </p:nvPr>
        </p:nvSpPr>
        <p:spPr/>
        <p:txBody>
          <a:bodyPr/>
          <a:lstStyle/>
          <a:p>
            <a:fld id="{3EC3654C-CFA9-45CD-A217-C60EF77B8042}" type="slidenum">
              <a:rPr lang="en-IN" smtClean="0"/>
              <a:t>‹#›</a:t>
            </a:fld>
            <a:endParaRPr lang="en-IN"/>
          </a:p>
        </p:txBody>
      </p:sp>
    </p:spTree>
    <p:extLst>
      <p:ext uri="{BB962C8B-B14F-4D97-AF65-F5344CB8AC3E}">
        <p14:creationId xmlns:p14="http://schemas.microsoft.com/office/powerpoint/2010/main" val="31595098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9C5F3-FCEF-EA52-2AB3-0FA34AB5FFA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B14BFB5-401E-12E2-0920-07181D49F0F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D5A9C5A-BF29-D19F-A6B5-350229018E01}"/>
              </a:ext>
            </a:extLst>
          </p:cNvPr>
          <p:cNvSpPr>
            <a:spLocks noGrp="1"/>
          </p:cNvSpPr>
          <p:nvPr>
            <p:ph type="dt" sz="half" idx="10"/>
          </p:nvPr>
        </p:nvSpPr>
        <p:spPr/>
        <p:txBody>
          <a:bodyPr/>
          <a:lstStyle/>
          <a:p>
            <a:fld id="{BE7CCDB3-C4C0-4F72-AA11-182BCEFDE59F}" type="datetimeFigureOut">
              <a:rPr lang="en-IN" smtClean="0"/>
              <a:t>19-09-2026</a:t>
            </a:fld>
            <a:endParaRPr lang="en-IN"/>
          </a:p>
        </p:txBody>
      </p:sp>
      <p:sp>
        <p:nvSpPr>
          <p:cNvPr id="5" name="Footer Placeholder 4">
            <a:extLst>
              <a:ext uri="{FF2B5EF4-FFF2-40B4-BE49-F238E27FC236}">
                <a16:creationId xmlns:a16="http://schemas.microsoft.com/office/drawing/2014/main" id="{608ECA88-3852-61F6-68A2-4B1CDBBF0BC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9415D40-B52D-74BF-4C13-8CA0C04D6272}"/>
              </a:ext>
            </a:extLst>
          </p:cNvPr>
          <p:cNvSpPr>
            <a:spLocks noGrp="1"/>
          </p:cNvSpPr>
          <p:nvPr>
            <p:ph type="sldNum" sz="quarter" idx="12"/>
          </p:nvPr>
        </p:nvSpPr>
        <p:spPr/>
        <p:txBody>
          <a:bodyPr/>
          <a:lstStyle/>
          <a:p>
            <a:fld id="{3EC3654C-CFA9-45CD-A217-C60EF77B8042}" type="slidenum">
              <a:rPr lang="en-IN" smtClean="0"/>
              <a:t>‹#›</a:t>
            </a:fld>
            <a:endParaRPr lang="en-IN"/>
          </a:p>
        </p:txBody>
      </p:sp>
    </p:spTree>
    <p:extLst>
      <p:ext uri="{BB962C8B-B14F-4D97-AF65-F5344CB8AC3E}">
        <p14:creationId xmlns:p14="http://schemas.microsoft.com/office/powerpoint/2010/main" val="6335134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03933-F322-09F5-4574-ADFE1C9F7A8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6157AF4-D517-9F36-F1C6-0EA5F234B94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D06A76A-C173-A1B4-0727-DC37B23065E1}"/>
              </a:ext>
            </a:extLst>
          </p:cNvPr>
          <p:cNvSpPr>
            <a:spLocks noGrp="1"/>
          </p:cNvSpPr>
          <p:nvPr>
            <p:ph type="dt" sz="half" idx="10"/>
          </p:nvPr>
        </p:nvSpPr>
        <p:spPr/>
        <p:txBody>
          <a:bodyPr/>
          <a:lstStyle/>
          <a:p>
            <a:fld id="{BE7CCDB3-C4C0-4F72-AA11-182BCEFDE59F}" type="datetimeFigureOut">
              <a:rPr lang="en-IN" smtClean="0"/>
              <a:t>19-09-2026</a:t>
            </a:fld>
            <a:endParaRPr lang="en-IN"/>
          </a:p>
        </p:txBody>
      </p:sp>
      <p:sp>
        <p:nvSpPr>
          <p:cNvPr id="5" name="Footer Placeholder 4">
            <a:extLst>
              <a:ext uri="{FF2B5EF4-FFF2-40B4-BE49-F238E27FC236}">
                <a16:creationId xmlns:a16="http://schemas.microsoft.com/office/drawing/2014/main" id="{7C34DA6B-933E-2245-AEC1-E977A3F43CD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1EC0743-6F58-1B50-7E3A-9CD37038458E}"/>
              </a:ext>
            </a:extLst>
          </p:cNvPr>
          <p:cNvSpPr>
            <a:spLocks noGrp="1"/>
          </p:cNvSpPr>
          <p:nvPr>
            <p:ph type="sldNum" sz="quarter" idx="12"/>
          </p:nvPr>
        </p:nvSpPr>
        <p:spPr/>
        <p:txBody>
          <a:bodyPr/>
          <a:lstStyle/>
          <a:p>
            <a:fld id="{3EC3654C-CFA9-45CD-A217-C60EF77B8042}" type="slidenum">
              <a:rPr lang="en-IN" smtClean="0"/>
              <a:t>‹#›</a:t>
            </a:fld>
            <a:endParaRPr lang="en-IN"/>
          </a:p>
        </p:txBody>
      </p:sp>
    </p:spTree>
    <p:extLst>
      <p:ext uri="{BB962C8B-B14F-4D97-AF65-F5344CB8AC3E}">
        <p14:creationId xmlns:p14="http://schemas.microsoft.com/office/powerpoint/2010/main" val="41734438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0CA8C-E959-9C0D-8C6A-7ADA0D0B5D1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5DB6E41-D1AF-6662-00C7-988A0BBB40A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429E011-A672-6FCF-3F96-A6674146406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23AC2D1-E8C2-F135-91CA-E6CA5A461381}"/>
              </a:ext>
            </a:extLst>
          </p:cNvPr>
          <p:cNvSpPr>
            <a:spLocks noGrp="1"/>
          </p:cNvSpPr>
          <p:nvPr>
            <p:ph type="dt" sz="half" idx="10"/>
          </p:nvPr>
        </p:nvSpPr>
        <p:spPr/>
        <p:txBody>
          <a:bodyPr/>
          <a:lstStyle/>
          <a:p>
            <a:fld id="{BE7CCDB3-C4C0-4F72-AA11-182BCEFDE59F}" type="datetimeFigureOut">
              <a:rPr lang="en-IN" smtClean="0"/>
              <a:t>19-09-2026</a:t>
            </a:fld>
            <a:endParaRPr lang="en-IN"/>
          </a:p>
        </p:txBody>
      </p:sp>
      <p:sp>
        <p:nvSpPr>
          <p:cNvPr id="6" name="Footer Placeholder 5">
            <a:extLst>
              <a:ext uri="{FF2B5EF4-FFF2-40B4-BE49-F238E27FC236}">
                <a16:creationId xmlns:a16="http://schemas.microsoft.com/office/drawing/2014/main" id="{A730D1D7-7178-9AEE-6D92-27A89C4B3FD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82E8A58-EF1C-D6CD-2501-987A47EAED38}"/>
              </a:ext>
            </a:extLst>
          </p:cNvPr>
          <p:cNvSpPr>
            <a:spLocks noGrp="1"/>
          </p:cNvSpPr>
          <p:nvPr>
            <p:ph type="sldNum" sz="quarter" idx="12"/>
          </p:nvPr>
        </p:nvSpPr>
        <p:spPr/>
        <p:txBody>
          <a:bodyPr/>
          <a:lstStyle/>
          <a:p>
            <a:fld id="{3EC3654C-CFA9-45CD-A217-C60EF77B8042}" type="slidenum">
              <a:rPr lang="en-IN" smtClean="0"/>
              <a:t>‹#›</a:t>
            </a:fld>
            <a:endParaRPr lang="en-IN"/>
          </a:p>
        </p:txBody>
      </p:sp>
    </p:spTree>
    <p:extLst>
      <p:ext uri="{BB962C8B-B14F-4D97-AF65-F5344CB8AC3E}">
        <p14:creationId xmlns:p14="http://schemas.microsoft.com/office/powerpoint/2010/main" val="14543759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10BF4-5848-B767-626F-FE954721F66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2A6D7AD-A0EC-0958-C950-E3DA9BE6D2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FB28C6C-1D15-D43E-E6A9-F24398AF3D6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7D4B796-F194-474F-6DB0-6FA9DDF12EE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1BBFFC1-FBAE-B9EC-7ABB-F53C890F86D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83028B8-A8D8-B67A-D4B2-9279AFBBDDD7}"/>
              </a:ext>
            </a:extLst>
          </p:cNvPr>
          <p:cNvSpPr>
            <a:spLocks noGrp="1"/>
          </p:cNvSpPr>
          <p:nvPr>
            <p:ph type="dt" sz="half" idx="10"/>
          </p:nvPr>
        </p:nvSpPr>
        <p:spPr/>
        <p:txBody>
          <a:bodyPr/>
          <a:lstStyle/>
          <a:p>
            <a:fld id="{BE7CCDB3-C4C0-4F72-AA11-182BCEFDE59F}" type="datetimeFigureOut">
              <a:rPr lang="en-IN" smtClean="0"/>
              <a:t>19-09-2026</a:t>
            </a:fld>
            <a:endParaRPr lang="en-IN"/>
          </a:p>
        </p:txBody>
      </p:sp>
      <p:sp>
        <p:nvSpPr>
          <p:cNvPr id="8" name="Footer Placeholder 7">
            <a:extLst>
              <a:ext uri="{FF2B5EF4-FFF2-40B4-BE49-F238E27FC236}">
                <a16:creationId xmlns:a16="http://schemas.microsoft.com/office/drawing/2014/main" id="{8F018E2B-F370-F4CA-040F-24868BF9DD7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1B9A677-1FE8-995E-4C05-E48300A54B3D}"/>
              </a:ext>
            </a:extLst>
          </p:cNvPr>
          <p:cNvSpPr>
            <a:spLocks noGrp="1"/>
          </p:cNvSpPr>
          <p:nvPr>
            <p:ph type="sldNum" sz="quarter" idx="12"/>
          </p:nvPr>
        </p:nvSpPr>
        <p:spPr/>
        <p:txBody>
          <a:bodyPr/>
          <a:lstStyle/>
          <a:p>
            <a:fld id="{3EC3654C-CFA9-45CD-A217-C60EF77B8042}" type="slidenum">
              <a:rPr lang="en-IN" smtClean="0"/>
              <a:t>‹#›</a:t>
            </a:fld>
            <a:endParaRPr lang="en-IN"/>
          </a:p>
        </p:txBody>
      </p:sp>
    </p:spTree>
    <p:extLst>
      <p:ext uri="{BB962C8B-B14F-4D97-AF65-F5344CB8AC3E}">
        <p14:creationId xmlns:p14="http://schemas.microsoft.com/office/powerpoint/2010/main" val="8288706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298EE-362C-9B1E-0D7B-7B31B4D7342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49639B5-7758-D725-09D1-E78EB08697FC}"/>
              </a:ext>
            </a:extLst>
          </p:cNvPr>
          <p:cNvSpPr>
            <a:spLocks noGrp="1"/>
          </p:cNvSpPr>
          <p:nvPr>
            <p:ph type="dt" sz="half" idx="10"/>
          </p:nvPr>
        </p:nvSpPr>
        <p:spPr/>
        <p:txBody>
          <a:bodyPr/>
          <a:lstStyle/>
          <a:p>
            <a:fld id="{BE7CCDB3-C4C0-4F72-AA11-182BCEFDE59F}" type="datetimeFigureOut">
              <a:rPr lang="en-IN" smtClean="0"/>
              <a:t>19-09-2026</a:t>
            </a:fld>
            <a:endParaRPr lang="en-IN"/>
          </a:p>
        </p:txBody>
      </p:sp>
      <p:sp>
        <p:nvSpPr>
          <p:cNvPr id="4" name="Footer Placeholder 3">
            <a:extLst>
              <a:ext uri="{FF2B5EF4-FFF2-40B4-BE49-F238E27FC236}">
                <a16:creationId xmlns:a16="http://schemas.microsoft.com/office/drawing/2014/main" id="{3FC4FF8E-0F31-5270-923B-9D43CD3BD80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DF2B36C-DB7B-B122-BEFA-9A68BEF5EF9A}"/>
              </a:ext>
            </a:extLst>
          </p:cNvPr>
          <p:cNvSpPr>
            <a:spLocks noGrp="1"/>
          </p:cNvSpPr>
          <p:nvPr>
            <p:ph type="sldNum" sz="quarter" idx="12"/>
          </p:nvPr>
        </p:nvSpPr>
        <p:spPr/>
        <p:txBody>
          <a:bodyPr/>
          <a:lstStyle/>
          <a:p>
            <a:fld id="{3EC3654C-CFA9-45CD-A217-C60EF77B8042}" type="slidenum">
              <a:rPr lang="en-IN" smtClean="0"/>
              <a:t>‹#›</a:t>
            </a:fld>
            <a:endParaRPr lang="en-IN"/>
          </a:p>
        </p:txBody>
      </p:sp>
    </p:spTree>
    <p:extLst>
      <p:ext uri="{BB962C8B-B14F-4D97-AF65-F5344CB8AC3E}">
        <p14:creationId xmlns:p14="http://schemas.microsoft.com/office/powerpoint/2010/main" val="39344109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CD6E04B-AE05-9DE2-08A6-AD66B687375E}"/>
              </a:ext>
            </a:extLst>
          </p:cNvPr>
          <p:cNvSpPr>
            <a:spLocks noGrp="1"/>
          </p:cNvSpPr>
          <p:nvPr>
            <p:ph type="dt" sz="half" idx="10"/>
          </p:nvPr>
        </p:nvSpPr>
        <p:spPr/>
        <p:txBody>
          <a:bodyPr/>
          <a:lstStyle/>
          <a:p>
            <a:fld id="{BE7CCDB3-C4C0-4F72-AA11-182BCEFDE59F}" type="datetimeFigureOut">
              <a:rPr lang="en-IN" smtClean="0"/>
              <a:t>19-09-2026</a:t>
            </a:fld>
            <a:endParaRPr lang="en-IN"/>
          </a:p>
        </p:txBody>
      </p:sp>
      <p:sp>
        <p:nvSpPr>
          <p:cNvPr id="3" name="Footer Placeholder 2">
            <a:extLst>
              <a:ext uri="{FF2B5EF4-FFF2-40B4-BE49-F238E27FC236}">
                <a16:creationId xmlns:a16="http://schemas.microsoft.com/office/drawing/2014/main" id="{9C2560B9-3F46-F326-3E42-FA705649AF4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DC03467-A9CF-8DCA-9FC8-FAF13552EFBA}"/>
              </a:ext>
            </a:extLst>
          </p:cNvPr>
          <p:cNvSpPr>
            <a:spLocks noGrp="1"/>
          </p:cNvSpPr>
          <p:nvPr>
            <p:ph type="sldNum" sz="quarter" idx="12"/>
          </p:nvPr>
        </p:nvSpPr>
        <p:spPr/>
        <p:txBody>
          <a:bodyPr/>
          <a:lstStyle/>
          <a:p>
            <a:fld id="{3EC3654C-CFA9-45CD-A217-C60EF77B8042}" type="slidenum">
              <a:rPr lang="en-IN" smtClean="0"/>
              <a:t>‹#›</a:t>
            </a:fld>
            <a:endParaRPr lang="en-IN"/>
          </a:p>
        </p:txBody>
      </p:sp>
    </p:spTree>
    <p:extLst>
      <p:ext uri="{BB962C8B-B14F-4D97-AF65-F5344CB8AC3E}">
        <p14:creationId xmlns:p14="http://schemas.microsoft.com/office/powerpoint/2010/main" val="20773236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DEA05-EB26-182C-9902-B525046BE0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A691E96-59D2-4DE7-69FD-60F42F0437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99218EA-A4CB-1253-CB38-B2D89A8105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128523-1543-276C-8B4D-30EEAD888CBE}"/>
              </a:ext>
            </a:extLst>
          </p:cNvPr>
          <p:cNvSpPr>
            <a:spLocks noGrp="1"/>
          </p:cNvSpPr>
          <p:nvPr>
            <p:ph type="dt" sz="half" idx="10"/>
          </p:nvPr>
        </p:nvSpPr>
        <p:spPr/>
        <p:txBody>
          <a:bodyPr/>
          <a:lstStyle/>
          <a:p>
            <a:fld id="{BE7CCDB3-C4C0-4F72-AA11-182BCEFDE59F}" type="datetimeFigureOut">
              <a:rPr lang="en-IN" smtClean="0"/>
              <a:t>19-09-2026</a:t>
            </a:fld>
            <a:endParaRPr lang="en-IN"/>
          </a:p>
        </p:txBody>
      </p:sp>
      <p:sp>
        <p:nvSpPr>
          <p:cNvPr id="6" name="Footer Placeholder 5">
            <a:extLst>
              <a:ext uri="{FF2B5EF4-FFF2-40B4-BE49-F238E27FC236}">
                <a16:creationId xmlns:a16="http://schemas.microsoft.com/office/drawing/2014/main" id="{23B3E1F7-897D-7577-01F0-9E15C25D6D4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25A6048-757A-DFA9-8BE6-DEA848C727A8}"/>
              </a:ext>
            </a:extLst>
          </p:cNvPr>
          <p:cNvSpPr>
            <a:spLocks noGrp="1"/>
          </p:cNvSpPr>
          <p:nvPr>
            <p:ph type="sldNum" sz="quarter" idx="12"/>
          </p:nvPr>
        </p:nvSpPr>
        <p:spPr/>
        <p:txBody>
          <a:bodyPr/>
          <a:lstStyle/>
          <a:p>
            <a:fld id="{3EC3654C-CFA9-45CD-A217-C60EF77B8042}" type="slidenum">
              <a:rPr lang="en-IN" smtClean="0"/>
              <a:t>‹#›</a:t>
            </a:fld>
            <a:endParaRPr lang="en-IN"/>
          </a:p>
        </p:txBody>
      </p:sp>
    </p:spTree>
    <p:extLst>
      <p:ext uri="{BB962C8B-B14F-4D97-AF65-F5344CB8AC3E}">
        <p14:creationId xmlns:p14="http://schemas.microsoft.com/office/powerpoint/2010/main" val="34136702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10557-8B4B-4BB3-018E-C2AB828C30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3B5AB46-5CFE-2584-E9A2-1AFFC4998DD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8879639-FA73-86CD-0268-23757B616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EE13EF-3F40-F58A-0C2A-87F06992D5D7}"/>
              </a:ext>
            </a:extLst>
          </p:cNvPr>
          <p:cNvSpPr>
            <a:spLocks noGrp="1"/>
          </p:cNvSpPr>
          <p:nvPr>
            <p:ph type="dt" sz="half" idx="10"/>
          </p:nvPr>
        </p:nvSpPr>
        <p:spPr/>
        <p:txBody>
          <a:bodyPr/>
          <a:lstStyle/>
          <a:p>
            <a:fld id="{BE7CCDB3-C4C0-4F72-AA11-182BCEFDE59F}" type="datetimeFigureOut">
              <a:rPr lang="en-IN" smtClean="0"/>
              <a:t>19-09-2026</a:t>
            </a:fld>
            <a:endParaRPr lang="en-IN"/>
          </a:p>
        </p:txBody>
      </p:sp>
      <p:sp>
        <p:nvSpPr>
          <p:cNvPr id="6" name="Footer Placeholder 5">
            <a:extLst>
              <a:ext uri="{FF2B5EF4-FFF2-40B4-BE49-F238E27FC236}">
                <a16:creationId xmlns:a16="http://schemas.microsoft.com/office/drawing/2014/main" id="{181B6E59-5FB5-A4DC-D945-002277EEFB5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49E3663-6ACC-8D00-3789-197B69C61396}"/>
              </a:ext>
            </a:extLst>
          </p:cNvPr>
          <p:cNvSpPr>
            <a:spLocks noGrp="1"/>
          </p:cNvSpPr>
          <p:nvPr>
            <p:ph type="sldNum" sz="quarter" idx="12"/>
          </p:nvPr>
        </p:nvSpPr>
        <p:spPr/>
        <p:txBody>
          <a:bodyPr/>
          <a:lstStyle/>
          <a:p>
            <a:fld id="{3EC3654C-CFA9-45CD-A217-C60EF77B8042}" type="slidenum">
              <a:rPr lang="en-IN" smtClean="0"/>
              <a:t>‹#›</a:t>
            </a:fld>
            <a:endParaRPr lang="en-IN"/>
          </a:p>
        </p:txBody>
      </p:sp>
    </p:spTree>
    <p:extLst>
      <p:ext uri="{BB962C8B-B14F-4D97-AF65-F5344CB8AC3E}">
        <p14:creationId xmlns:p14="http://schemas.microsoft.com/office/powerpoint/2010/main" val="33815854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DF734-10EB-D24D-935E-10921ECAB97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FDBF184-9E42-81FD-A6C4-A8FCBFA68FF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27B69CF-7357-315E-85A0-1CD1F266703A}"/>
              </a:ext>
            </a:extLst>
          </p:cNvPr>
          <p:cNvSpPr>
            <a:spLocks noGrp="1"/>
          </p:cNvSpPr>
          <p:nvPr>
            <p:ph type="dt" sz="half" idx="10"/>
          </p:nvPr>
        </p:nvSpPr>
        <p:spPr/>
        <p:txBody>
          <a:bodyPr/>
          <a:lstStyle/>
          <a:p>
            <a:fld id="{BE7CCDB3-C4C0-4F72-AA11-182BCEFDE59F}" type="datetimeFigureOut">
              <a:rPr lang="en-IN" smtClean="0"/>
              <a:t>19-09-2026</a:t>
            </a:fld>
            <a:endParaRPr lang="en-IN"/>
          </a:p>
        </p:txBody>
      </p:sp>
      <p:sp>
        <p:nvSpPr>
          <p:cNvPr id="5" name="Footer Placeholder 4">
            <a:extLst>
              <a:ext uri="{FF2B5EF4-FFF2-40B4-BE49-F238E27FC236}">
                <a16:creationId xmlns:a16="http://schemas.microsoft.com/office/drawing/2014/main" id="{88582176-A53F-E358-CD0A-69877ECE6FC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596AD1C-19BF-0687-FF03-57A7C24A55F0}"/>
              </a:ext>
            </a:extLst>
          </p:cNvPr>
          <p:cNvSpPr>
            <a:spLocks noGrp="1"/>
          </p:cNvSpPr>
          <p:nvPr>
            <p:ph type="sldNum" sz="quarter" idx="12"/>
          </p:nvPr>
        </p:nvSpPr>
        <p:spPr/>
        <p:txBody>
          <a:bodyPr/>
          <a:lstStyle/>
          <a:p>
            <a:fld id="{3EC3654C-CFA9-45CD-A217-C60EF77B8042}" type="slidenum">
              <a:rPr lang="en-IN" smtClean="0"/>
              <a:t>‹#›</a:t>
            </a:fld>
            <a:endParaRPr lang="en-IN"/>
          </a:p>
        </p:txBody>
      </p:sp>
    </p:spTree>
    <p:extLst>
      <p:ext uri="{BB962C8B-B14F-4D97-AF65-F5344CB8AC3E}">
        <p14:creationId xmlns:p14="http://schemas.microsoft.com/office/powerpoint/2010/main" val="26172547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7851C48-B070-346E-A711-DCE129282E3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C6ADF8A-99BA-DCA8-C091-3DE0F86E90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83928E8-3FF8-0F11-BCB0-9613C7094000}"/>
              </a:ext>
            </a:extLst>
          </p:cNvPr>
          <p:cNvSpPr>
            <a:spLocks noGrp="1"/>
          </p:cNvSpPr>
          <p:nvPr>
            <p:ph type="dt" sz="half" idx="10"/>
          </p:nvPr>
        </p:nvSpPr>
        <p:spPr/>
        <p:txBody>
          <a:bodyPr/>
          <a:lstStyle/>
          <a:p>
            <a:fld id="{BE7CCDB3-C4C0-4F72-AA11-182BCEFDE59F}" type="datetimeFigureOut">
              <a:rPr lang="en-IN" smtClean="0"/>
              <a:t>19-09-2026</a:t>
            </a:fld>
            <a:endParaRPr lang="en-IN"/>
          </a:p>
        </p:txBody>
      </p:sp>
      <p:sp>
        <p:nvSpPr>
          <p:cNvPr id="5" name="Footer Placeholder 4">
            <a:extLst>
              <a:ext uri="{FF2B5EF4-FFF2-40B4-BE49-F238E27FC236}">
                <a16:creationId xmlns:a16="http://schemas.microsoft.com/office/drawing/2014/main" id="{FFA14407-6DB3-605F-5E3F-26F30A0811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05E9C9C-86ED-AADE-282B-B46F8CB1EE64}"/>
              </a:ext>
            </a:extLst>
          </p:cNvPr>
          <p:cNvSpPr>
            <a:spLocks noGrp="1"/>
          </p:cNvSpPr>
          <p:nvPr>
            <p:ph type="sldNum" sz="quarter" idx="12"/>
          </p:nvPr>
        </p:nvSpPr>
        <p:spPr/>
        <p:txBody>
          <a:bodyPr/>
          <a:lstStyle/>
          <a:p>
            <a:fld id="{3EC3654C-CFA9-45CD-A217-C60EF77B8042}" type="slidenum">
              <a:rPr lang="en-IN" smtClean="0"/>
              <a:t>‹#›</a:t>
            </a:fld>
            <a:endParaRPr lang="en-IN"/>
          </a:p>
        </p:txBody>
      </p:sp>
    </p:spTree>
    <p:extLst>
      <p:ext uri="{BB962C8B-B14F-4D97-AF65-F5344CB8AC3E}">
        <p14:creationId xmlns:p14="http://schemas.microsoft.com/office/powerpoint/2010/main" val="23720697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800000"/>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9FF5A74-C1D9-A783-4100-8D99E267F50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18DA6DC-4404-6D2E-7951-508AE639E3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511690E-A5C1-362B-56CC-BA075339D1C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E7CCDB3-C4C0-4F72-AA11-182BCEFDE59F}" type="datetimeFigureOut">
              <a:rPr lang="en-IN" smtClean="0"/>
              <a:t>19-09-2026</a:t>
            </a:fld>
            <a:endParaRPr lang="en-IN"/>
          </a:p>
        </p:txBody>
      </p:sp>
      <p:sp>
        <p:nvSpPr>
          <p:cNvPr id="5" name="Footer Placeholder 4">
            <a:extLst>
              <a:ext uri="{FF2B5EF4-FFF2-40B4-BE49-F238E27FC236}">
                <a16:creationId xmlns:a16="http://schemas.microsoft.com/office/drawing/2014/main" id="{9906A443-391F-FE80-70BA-581BD6A4D3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EF3668F0-4A6F-A255-B5DB-654C6CBA87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EC3654C-CFA9-45CD-A217-C60EF77B8042}" type="slidenum">
              <a:rPr lang="en-IN" smtClean="0"/>
              <a:t>‹#›</a:t>
            </a:fld>
            <a:endParaRPr lang="en-IN"/>
          </a:p>
        </p:txBody>
      </p:sp>
      <p:sp>
        <p:nvSpPr>
          <p:cNvPr id="8" name="TextBox 7">
            <a:extLst>
              <a:ext uri="{FF2B5EF4-FFF2-40B4-BE49-F238E27FC236}">
                <a16:creationId xmlns:a16="http://schemas.microsoft.com/office/drawing/2014/main" id="{017570D9-A696-3F7A-781D-CFF00FCDEF53}"/>
              </a:ext>
            </a:extLst>
          </p:cNvPr>
          <p:cNvSpPr txBox="1"/>
          <p:nvPr userDrawn="1">
            <p:extLst>
              <p:ext uri="{1162E1C5-73C7-4A58-AE30-91384D911F3F}">
                <p184:classification xmlns:p184="http://schemas.microsoft.com/office/powerpoint/2018/4/main" val="ftr"/>
              </p:ext>
            </p:extLst>
          </p:nvPr>
        </p:nvSpPr>
        <p:spPr>
          <a:xfrm>
            <a:off x="190500" y="6515100"/>
            <a:ext cx="869950" cy="152400"/>
          </a:xfrm>
          <a:prstGeom prst="rect">
            <a:avLst/>
          </a:prstGeom>
        </p:spPr>
        <p:txBody>
          <a:bodyPr horzOverflow="overflow" lIns="0" tIns="0" rIns="0" bIns="0">
            <a:spAutoFit/>
          </a:bodyPr>
          <a:lstStyle/>
          <a:p>
            <a:pPr algn="l"/>
            <a:r>
              <a:rPr lang="en-IN" sz="1000">
                <a:solidFill>
                  <a:srgbClr val="000000">
                    <a:alpha val="50000"/>
                  </a:srgbClr>
                </a:solidFill>
                <a:latin typeface="Aptos" panose="020B0004020202020204" pitchFamily="34" charset="0"/>
              </a:rPr>
              <a:t>Garrett Internal</a:t>
            </a:r>
          </a:p>
        </p:txBody>
      </p:sp>
    </p:spTree>
    <p:extLst>
      <p:ext uri="{BB962C8B-B14F-4D97-AF65-F5344CB8AC3E}">
        <p14:creationId xmlns:p14="http://schemas.microsoft.com/office/powerpoint/2010/main" val="17419003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2.jpe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hyperlink" Target="https://www.instagram.com/wefityogaandfitness/"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jpeg"/><Relationship Id="rId5" Type="http://schemas.openxmlformats.org/officeDocument/2006/relationships/image" Target="../media/image8.jpeg"/><Relationship Id="rId4" Type="http://schemas.openxmlformats.org/officeDocument/2006/relationships/image" Target="../media/image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EA3E46F-E64D-7120-BCBE-6F95685841D2}"/>
              </a:ext>
            </a:extLst>
          </p:cNvPr>
          <p:cNvPicPr>
            <a:picLocks noChangeAspect="1"/>
          </p:cNvPicPr>
          <p:nvPr/>
        </p:nvPicPr>
        <p:blipFill>
          <a:blip r:embed="rId2"/>
          <a:stretch>
            <a:fillRect/>
          </a:stretch>
        </p:blipFill>
        <p:spPr>
          <a:xfrm>
            <a:off x="0" y="-26578"/>
            <a:ext cx="12192000" cy="6884578"/>
          </a:xfrm>
          <a:prstGeom prst="rect">
            <a:avLst/>
          </a:prstGeom>
        </p:spPr>
      </p:pic>
      <p:pic>
        <p:nvPicPr>
          <p:cNvPr id="3" name="ymail_attachmentIdbae3d6b3-e1cb-49da-980e-006707d15fad" descr="Photo attachment: IMG-20260828-WA8280.jpg">
            <a:extLst>
              <a:ext uri="{FF2B5EF4-FFF2-40B4-BE49-F238E27FC236}">
                <a16:creationId xmlns:a16="http://schemas.microsoft.com/office/drawing/2014/main" id="{AFF7B520-361C-564E-4209-D637B448A524}"/>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374671" y="689106"/>
            <a:ext cx="5627815" cy="529473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B08CA34C-4278-742F-7F2E-FB75D70DE7CA}"/>
              </a:ext>
            </a:extLst>
          </p:cNvPr>
          <p:cNvSpPr txBox="1"/>
          <p:nvPr/>
        </p:nvSpPr>
        <p:spPr>
          <a:xfrm>
            <a:off x="9309672" y="6333418"/>
            <a:ext cx="2890535" cy="369332"/>
          </a:xfrm>
          <a:prstGeom prst="rect">
            <a:avLst/>
          </a:prstGeom>
          <a:noFill/>
        </p:spPr>
        <p:txBody>
          <a:bodyPr wrap="none" rtlCol="0">
            <a:spAutoFit/>
          </a:bodyPr>
          <a:lstStyle/>
          <a:p>
            <a:r>
              <a:rPr lang="en-IN" dirty="0">
                <a:solidFill>
                  <a:schemeClr val="bg1"/>
                </a:solidFill>
              </a:rPr>
              <a:t>www.metaendurelabs.com</a:t>
            </a:r>
          </a:p>
        </p:txBody>
      </p:sp>
    </p:spTree>
    <p:extLst>
      <p:ext uri="{BB962C8B-B14F-4D97-AF65-F5344CB8AC3E}">
        <p14:creationId xmlns:p14="http://schemas.microsoft.com/office/powerpoint/2010/main" val="3091141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3A0E0-E1B7-8D57-F06B-7018ACA8A4A7}"/>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C9407760-5453-6DC9-45AD-870503E52297}"/>
              </a:ext>
            </a:extLst>
          </p:cNvPr>
          <p:cNvPicPr>
            <a:picLocks noChangeAspect="1"/>
          </p:cNvPicPr>
          <p:nvPr/>
        </p:nvPicPr>
        <p:blipFill>
          <a:blip r:embed="rId2"/>
          <a:stretch>
            <a:fillRect/>
          </a:stretch>
        </p:blipFill>
        <p:spPr>
          <a:xfrm>
            <a:off x="0" y="-181829"/>
            <a:ext cx="12192000" cy="7023783"/>
          </a:xfrm>
          <a:prstGeom prst="rect">
            <a:avLst/>
          </a:prstGeom>
        </p:spPr>
      </p:pic>
      <p:sp>
        <p:nvSpPr>
          <p:cNvPr id="4" name="TextBox 3">
            <a:extLst>
              <a:ext uri="{FF2B5EF4-FFF2-40B4-BE49-F238E27FC236}">
                <a16:creationId xmlns:a16="http://schemas.microsoft.com/office/drawing/2014/main" id="{D11FB4F7-2064-507F-0EA2-71C745BD5DBC}"/>
              </a:ext>
            </a:extLst>
          </p:cNvPr>
          <p:cNvSpPr txBox="1"/>
          <p:nvPr/>
        </p:nvSpPr>
        <p:spPr>
          <a:xfrm>
            <a:off x="185057" y="396133"/>
            <a:ext cx="4997458" cy="446276"/>
          </a:xfrm>
          <a:prstGeom prst="rect">
            <a:avLst/>
          </a:prstGeom>
          <a:noFill/>
        </p:spPr>
        <p:txBody>
          <a:bodyPr wrap="none" rtlCol="0">
            <a:spAutoFit/>
          </a:bodyPr>
          <a:lstStyle/>
          <a:p>
            <a:r>
              <a:rPr lang="en-IN" sz="2300" b="1" dirty="0">
                <a:solidFill>
                  <a:schemeClr val="bg1"/>
                </a:solidFill>
                <a:latin typeface="Arial" panose="020B0604020202020204" pitchFamily="34" charset="0"/>
                <a:cs typeface="Arial" panose="020B0604020202020204" pitchFamily="34" charset="0"/>
              </a:rPr>
              <a:t>META</a:t>
            </a:r>
            <a:r>
              <a:rPr lang="en-IN" sz="2300" b="1" dirty="0">
                <a:solidFill>
                  <a:srgbClr val="92D050"/>
                </a:solidFill>
                <a:latin typeface="Arial" panose="020B0604020202020204" pitchFamily="34" charset="0"/>
                <a:cs typeface="Arial" panose="020B0604020202020204" pitchFamily="34" charset="0"/>
              </a:rPr>
              <a:t>ENDURE </a:t>
            </a:r>
            <a:r>
              <a:rPr lang="en-IN" sz="2300" b="1" dirty="0">
                <a:solidFill>
                  <a:schemeClr val="bg1"/>
                </a:solidFill>
                <a:latin typeface="Arial" panose="020B0604020202020204" pitchFamily="34" charset="0"/>
                <a:cs typeface="Arial" panose="020B0604020202020204" pitchFamily="34" charset="0"/>
              </a:rPr>
              <a:t>LABS – </a:t>
            </a:r>
            <a:r>
              <a:rPr lang="en-IN" sz="2300" b="1" dirty="0">
                <a:solidFill>
                  <a:srgbClr val="92D050"/>
                </a:solidFill>
                <a:latin typeface="Arial" panose="020B0604020202020204" pitchFamily="34" charset="0"/>
                <a:cs typeface="Arial" panose="020B0604020202020204" pitchFamily="34" charset="0"/>
              </a:rPr>
              <a:t> FOUNDER</a:t>
            </a:r>
          </a:p>
        </p:txBody>
      </p:sp>
      <p:pic>
        <p:nvPicPr>
          <p:cNvPr id="6" name="ymail_attachmentIdbae3d6b3-e1cb-49da-980e-006707d15fad" descr="Photo attachment: IMG-20260828-WA8280.jpg">
            <a:extLst>
              <a:ext uri="{FF2B5EF4-FFF2-40B4-BE49-F238E27FC236}">
                <a16:creationId xmlns:a16="http://schemas.microsoft.com/office/drawing/2014/main" id="{C789B54B-02A7-0409-D63F-5FF598C9601A}"/>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0932000" y="16045"/>
            <a:ext cx="1260000" cy="120645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13">
            <a:extLst>
              <a:ext uri="{FF2B5EF4-FFF2-40B4-BE49-F238E27FC236}">
                <a16:creationId xmlns:a16="http://schemas.microsoft.com/office/drawing/2014/main" id="{558668FC-D11A-4904-B9E1-A2A039875310}"/>
              </a:ext>
            </a:extLst>
          </p:cNvPr>
          <p:cNvSpPr txBox="1"/>
          <p:nvPr/>
        </p:nvSpPr>
        <p:spPr>
          <a:xfrm>
            <a:off x="9309672" y="6333418"/>
            <a:ext cx="2890535" cy="369332"/>
          </a:xfrm>
          <a:prstGeom prst="rect">
            <a:avLst/>
          </a:prstGeom>
          <a:noFill/>
        </p:spPr>
        <p:txBody>
          <a:bodyPr wrap="none" rtlCol="0">
            <a:spAutoFit/>
          </a:bodyPr>
          <a:lstStyle/>
          <a:p>
            <a:r>
              <a:rPr lang="en-IN" dirty="0">
                <a:solidFill>
                  <a:schemeClr val="bg1"/>
                </a:solidFill>
              </a:rPr>
              <a:t>www.metaendurelabs.com</a:t>
            </a:r>
          </a:p>
        </p:txBody>
      </p:sp>
      <p:sp>
        <p:nvSpPr>
          <p:cNvPr id="9" name="TextBox 8">
            <a:extLst>
              <a:ext uri="{FF2B5EF4-FFF2-40B4-BE49-F238E27FC236}">
                <a16:creationId xmlns:a16="http://schemas.microsoft.com/office/drawing/2014/main" id="{71A387BC-F32A-39B7-D1E3-2CC1F34E190E}"/>
              </a:ext>
            </a:extLst>
          </p:cNvPr>
          <p:cNvSpPr txBox="1"/>
          <p:nvPr/>
        </p:nvSpPr>
        <p:spPr>
          <a:xfrm>
            <a:off x="185056" y="1166842"/>
            <a:ext cx="11771592" cy="5070619"/>
          </a:xfrm>
          <a:prstGeom prst="rect">
            <a:avLst/>
          </a:prstGeom>
          <a:noFill/>
        </p:spPr>
        <p:txBody>
          <a:bodyPr wrap="square" rtlCol="0">
            <a:spAutoFit/>
          </a:bodyPr>
          <a:lstStyle/>
          <a:p>
            <a:pPr fontAlgn="t">
              <a:lnSpc>
                <a:spcPct val="150000"/>
              </a:lnSpc>
            </a:pPr>
            <a:r>
              <a:rPr lang="en-IN" sz="2300" b="1" dirty="0">
                <a:solidFill>
                  <a:schemeClr val="accent4">
                    <a:lumMod val="20000"/>
                    <a:lumOff val="80000"/>
                  </a:schemeClr>
                </a:solidFill>
                <a:latin typeface="Arial" panose="020B0604020202020204" pitchFamily="34" charset="0"/>
                <a:cs typeface="Arial" panose="020B0604020202020204" pitchFamily="34" charset="0"/>
              </a:rPr>
              <a:t>Sujai Sivan</a:t>
            </a:r>
            <a:endParaRPr lang="en-IN" sz="2300" dirty="0">
              <a:solidFill>
                <a:schemeClr val="accent4">
                  <a:lumMod val="20000"/>
                  <a:lumOff val="80000"/>
                </a:schemeClr>
              </a:solidFill>
              <a:latin typeface="Arial" panose="020B0604020202020204" pitchFamily="34" charset="0"/>
              <a:cs typeface="Arial" panose="020B0604020202020204" pitchFamily="34" charset="0"/>
            </a:endParaRPr>
          </a:p>
          <a:p>
            <a:pPr fontAlgn="t">
              <a:lnSpc>
                <a:spcPct val="150000"/>
              </a:lnSpc>
            </a:pPr>
            <a:r>
              <a:rPr lang="en-IN" b="1" dirty="0">
                <a:solidFill>
                  <a:schemeClr val="accent4">
                    <a:lumMod val="20000"/>
                    <a:lumOff val="80000"/>
                  </a:schemeClr>
                </a:solidFill>
                <a:latin typeface="Arial" panose="020B0604020202020204" pitchFamily="34" charset="0"/>
                <a:cs typeface="Arial" panose="020B0604020202020204" pitchFamily="34" charset="0"/>
              </a:rPr>
              <a:t>Founder, METAENDURE LABS</a:t>
            </a:r>
          </a:p>
          <a:p>
            <a:pPr fontAlgn="t">
              <a:lnSpc>
                <a:spcPct val="150000"/>
              </a:lnSpc>
            </a:pPr>
            <a:r>
              <a:rPr lang="en-IN" i="1" dirty="0">
                <a:solidFill>
                  <a:schemeClr val="accent4">
                    <a:lumMod val="20000"/>
                    <a:lumOff val="80000"/>
                  </a:schemeClr>
                </a:solidFill>
                <a:latin typeface="Arial" panose="020B0604020202020204" pitchFamily="34" charset="0"/>
                <a:cs typeface="Arial" panose="020B0604020202020204" pitchFamily="34" charset="0"/>
              </a:rPr>
              <a:t>Endure. Evolve. Excel.</a:t>
            </a:r>
            <a:endParaRPr lang="en-IN" dirty="0">
              <a:solidFill>
                <a:schemeClr val="accent4">
                  <a:lumMod val="20000"/>
                  <a:lumOff val="80000"/>
                </a:schemeClr>
              </a:solidFill>
              <a:latin typeface="Arial" panose="020B0604020202020204" pitchFamily="34" charset="0"/>
              <a:cs typeface="Arial" panose="020B0604020202020204" pitchFamily="34" charset="0"/>
            </a:endParaRPr>
          </a:p>
          <a:p>
            <a:pPr fontAlgn="t">
              <a:lnSpc>
                <a:spcPct val="150000"/>
              </a:lnSpc>
            </a:pPr>
            <a:endParaRPr lang="en-IN" dirty="0">
              <a:solidFill>
                <a:schemeClr val="accent4">
                  <a:lumMod val="20000"/>
                  <a:lumOff val="80000"/>
                </a:schemeClr>
              </a:solidFill>
              <a:latin typeface="Arial" panose="020B0604020202020204" pitchFamily="34" charset="0"/>
              <a:cs typeface="Arial" panose="020B0604020202020204" pitchFamily="34" charset="0"/>
            </a:endParaRPr>
          </a:p>
          <a:p>
            <a:pPr fontAlgn="t">
              <a:lnSpc>
                <a:spcPct val="150000"/>
              </a:lnSpc>
            </a:pPr>
            <a:r>
              <a:rPr lang="en-IN" b="1" dirty="0">
                <a:solidFill>
                  <a:schemeClr val="accent4">
                    <a:lumMod val="20000"/>
                    <a:lumOff val="80000"/>
                  </a:schemeClr>
                </a:solidFill>
                <a:latin typeface="Arial" panose="020B0604020202020204" pitchFamily="34" charset="0"/>
                <a:cs typeface="Arial" panose="020B0604020202020204" pitchFamily="34" charset="0"/>
              </a:rPr>
              <a:t>Endurance Athlete | IRONMAN 70.3 Finisher </a:t>
            </a:r>
            <a:endParaRPr lang="en-IN" dirty="0">
              <a:solidFill>
                <a:schemeClr val="accent4">
                  <a:lumMod val="20000"/>
                  <a:lumOff val="80000"/>
                </a:schemeClr>
              </a:solidFill>
              <a:latin typeface="Arial" panose="020B0604020202020204" pitchFamily="34" charset="0"/>
              <a:cs typeface="Arial" panose="020B0604020202020204" pitchFamily="34" charset="0"/>
            </a:endParaRPr>
          </a:p>
          <a:p>
            <a:pPr fontAlgn="t">
              <a:lnSpc>
                <a:spcPct val="150000"/>
              </a:lnSpc>
            </a:pPr>
            <a:r>
              <a:rPr lang="en-IN" sz="1600" dirty="0">
                <a:solidFill>
                  <a:schemeClr val="accent4">
                    <a:lumMod val="20000"/>
                    <a:lumOff val="80000"/>
                  </a:schemeClr>
                </a:solidFill>
                <a:latin typeface="Arial" panose="020B0604020202020204" pitchFamily="34" charset="0"/>
                <a:cs typeface="Arial" panose="020B0604020202020204" pitchFamily="34" charset="0"/>
              </a:rPr>
              <a:t>Sujai S embodies the philosophy of </a:t>
            </a:r>
            <a:r>
              <a:rPr lang="en-IN" sz="1600" b="1" dirty="0">
                <a:solidFill>
                  <a:schemeClr val="accent4">
                    <a:lumMod val="20000"/>
                    <a:lumOff val="80000"/>
                  </a:schemeClr>
                </a:solidFill>
                <a:latin typeface="Arial" panose="020B0604020202020204" pitchFamily="34" charset="0"/>
                <a:cs typeface="Arial" panose="020B0604020202020204" pitchFamily="34" charset="0"/>
              </a:rPr>
              <a:t>METAENDURE LABS: Endure. Evolve. Excel.</a:t>
            </a:r>
            <a:endParaRPr lang="en-IN" sz="1600" dirty="0">
              <a:solidFill>
                <a:schemeClr val="accent4">
                  <a:lumMod val="20000"/>
                  <a:lumOff val="80000"/>
                </a:schemeClr>
              </a:solidFill>
              <a:latin typeface="Arial" panose="020B0604020202020204" pitchFamily="34" charset="0"/>
              <a:cs typeface="Arial" panose="020B0604020202020204" pitchFamily="34" charset="0"/>
            </a:endParaRPr>
          </a:p>
          <a:p>
            <a:pPr fontAlgn="t">
              <a:lnSpc>
                <a:spcPct val="150000"/>
              </a:lnSpc>
            </a:pPr>
            <a:r>
              <a:rPr lang="en-IN" sz="1600" dirty="0">
                <a:solidFill>
                  <a:schemeClr val="accent4">
                    <a:lumMod val="20000"/>
                    <a:lumOff val="80000"/>
                  </a:schemeClr>
                </a:solidFill>
                <a:latin typeface="Arial" panose="020B0604020202020204" pitchFamily="34" charset="0"/>
                <a:cs typeface="Arial" panose="020B0604020202020204" pitchFamily="34" charset="0"/>
              </a:rPr>
              <a:t>What began in 2015 as a self-trained runner weighing </a:t>
            </a:r>
            <a:r>
              <a:rPr lang="en-IN" sz="1600" b="1" dirty="0">
                <a:solidFill>
                  <a:schemeClr val="accent4">
                    <a:lumMod val="20000"/>
                    <a:lumOff val="80000"/>
                  </a:schemeClr>
                </a:solidFill>
                <a:latin typeface="Arial" panose="020B0604020202020204" pitchFamily="34" charset="0"/>
                <a:cs typeface="Arial" panose="020B0604020202020204" pitchFamily="34" charset="0"/>
              </a:rPr>
              <a:t>84 kg</a:t>
            </a:r>
            <a:r>
              <a:rPr lang="en-IN" sz="1600" dirty="0">
                <a:solidFill>
                  <a:schemeClr val="accent4">
                    <a:lumMod val="20000"/>
                    <a:lumOff val="80000"/>
                  </a:schemeClr>
                </a:solidFill>
                <a:latin typeface="Arial" panose="020B0604020202020204" pitchFamily="34" charset="0"/>
                <a:cs typeface="Arial" panose="020B0604020202020204" pitchFamily="34" charset="0"/>
              </a:rPr>
              <a:t>, completing a 10K in </a:t>
            </a:r>
            <a:r>
              <a:rPr lang="en-IN" sz="1600" b="1" dirty="0">
                <a:solidFill>
                  <a:schemeClr val="accent4">
                    <a:lumMod val="20000"/>
                    <a:lumOff val="80000"/>
                  </a:schemeClr>
                </a:solidFill>
                <a:latin typeface="Arial" panose="020B0604020202020204" pitchFamily="34" charset="0"/>
                <a:cs typeface="Arial" panose="020B0604020202020204" pitchFamily="34" charset="0"/>
              </a:rPr>
              <a:t>1:08:36</a:t>
            </a:r>
            <a:r>
              <a:rPr lang="en-IN" sz="1600" dirty="0">
                <a:solidFill>
                  <a:schemeClr val="accent4">
                    <a:lumMod val="20000"/>
                    <a:lumOff val="80000"/>
                  </a:schemeClr>
                </a:solidFill>
                <a:latin typeface="Arial" panose="020B0604020202020204" pitchFamily="34" charset="0"/>
                <a:cs typeface="Arial" panose="020B0604020202020204" pitchFamily="34" charset="0"/>
              </a:rPr>
              <a:t> without structured coaching, nutrition, or a training plan, evolved into a decade-long journey of transformation.</a:t>
            </a:r>
          </a:p>
          <a:p>
            <a:pPr fontAlgn="t">
              <a:lnSpc>
                <a:spcPct val="150000"/>
              </a:lnSpc>
            </a:pPr>
            <a:r>
              <a:rPr lang="en-IN" sz="1600" dirty="0">
                <a:solidFill>
                  <a:schemeClr val="accent4">
                    <a:lumMod val="20000"/>
                    <a:lumOff val="80000"/>
                  </a:schemeClr>
                </a:solidFill>
                <a:latin typeface="Arial" panose="020B0604020202020204" pitchFamily="34" charset="0"/>
                <a:cs typeface="Arial" panose="020B0604020202020204" pitchFamily="34" charset="0"/>
              </a:rPr>
              <a:t>Through </a:t>
            </a:r>
            <a:r>
              <a:rPr lang="en-IN" sz="1600" b="1" dirty="0">
                <a:solidFill>
                  <a:schemeClr val="accent4">
                    <a:lumMod val="20000"/>
                    <a:lumOff val="80000"/>
                  </a:schemeClr>
                </a:solidFill>
                <a:latin typeface="Arial" panose="020B0604020202020204" pitchFamily="34" charset="0"/>
                <a:cs typeface="Arial" panose="020B0604020202020204" pitchFamily="34" charset="0"/>
              </a:rPr>
              <a:t>science-backed training, disciplined nutrition, systematic coaching, and relentless consistency</a:t>
            </a:r>
            <a:r>
              <a:rPr lang="en-IN" sz="1600" dirty="0">
                <a:solidFill>
                  <a:schemeClr val="accent4">
                    <a:lumMod val="20000"/>
                    <a:lumOff val="80000"/>
                  </a:schemeClr>
                </a:solidFill>
                <a:latin typeface="Arial" panose="020B0604020202020204" pitchFamily="34" charset="0"/>
                <a:cs typeface="Arial" panose="020B0604020202020204" pitchFamily="34" charset="0"/>
              </a:rPr>
              <a:t>, Sujai transformed both physical and mental resilience, reducing body weight by over </a:t>
            </a:r>
            <a:r>
              <a:rPr lang="en-IN" sz="1600" b="1" dirty="0">
                <a:solidFill>
                  <a:schemeClr val="accent4">
                    <a:lumMod val="20000"/>
                    <a:lumOff val="80000"/>
                  </a:schemeClr>
                </a:solidFill>
                <a:latin typeface="Arial" panose="020B0604020202020204" pitchFamily="34" charset="0"/>
                <a:cs typeface="Arial" panose="020B0604020202020204" pitchFamily="34" charset="0"/>
              </a:rPr>
              <a:t>18 kg</a:t>
            </a:r>
            <a:r>
              <a:rPr lang="en-IN" sz="1600" dirty="0">
                <a:solidFill>
                  <a:schemeClr val="accent4">
                    <a:lumMod val="20000"/>
                    <a:lumOff val="80000"/>
                  </a:schemeClr>
                </a:solidFill>
                <a:latin typeface="Arial" panose="020B0604020202020204" pitchFamily="34" charset="0"/>
                <a:cs typeface="Arial" panose="020B0604020202020204" pitchFamily="34" charset="0"/>
              </a:rPr>
              <a:t> and achieving significant performance improvements across endurance sports.</a:t>
            </a:r>
          </a:p>
          <a:p>
            <a:pPr fontAlgn="t">
              <a:lnSpc>
                <a:spcPct val="150000"/>
              </a:lnSpc>
            </a:pPr>
            <a:endParaRPr lang="en-IN" sz="1600" dirty="0">
              <a:solidFill>
                <a:schemeClr val="accent4">
                  <a:lumMod val="20000"/>
                  <a:lumOff val="80000"/>
                </a:schemeClr>
              </a:solidFill>
            </a:endParaRPr>
          </a:p>
          <a:p>
            <a:endParaRPr lang="en-IN" sz="1600" dirty="0">
              <a:solidFill>
                <a:schemeClr val="accent4">
                  <a:lumMod val="20000"/>
                  <a:lumOff val="80000"/>
                </a:schemeClr>
              </a:solidFill>
            </a:endParaRPr>
          </a:p>
        </p:txBody>
      </p:sp>
    </p:spTree>
    <p:extLst>
      <p:ext uri="{BB962C8B-B14F-4D97-AF65-F5344CB8AC3E}">
        <p14:creationId xmlns:p14="http://schemas.microsoft.com/office/powerpoint/2010/main" val="18847519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B1721-AC59-246E-CC26-3328C4D851F5}"/>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5D391744-6582-62D0-E6E1-95069FD301F1}"/>
              </a:ext>
            </a:extLst>
          </p:cNvPr>
          <p:cNvPicPr>
            <a:picLocks noChangeAspect="1"/>
          </p:cNvPicPr>
          <p:nvPr/>
        </p:nvPicPr>
        <p:blipFill>
          <a:blip r:embed="rId2"/>
          <a:stretch>
            <a:fillRect/>
          </a:stretch>
        </p:blipFill>
        <p:spPr>
          <a:xfrm>
            <a:off x="0" y="-26578"/>
            <a:ext cx="12192000" cy="6884578"/>
          </a:xfrm>
          <a:prstGeom prst="rect">
            <a:avLst/>
          </a:prstGeom>
        </p:spPr>
      </p:pic>
      <p:sp>
        <p:nvSpPr>
          <p:cNvPr id="4" name="TextBox 3">
            <a:extLst>
              <a:ext uri="{FF2B5EF4-FFF2-40B4-BE49-F238E27FC236}">
                <a16:creationId xmlns:a16="http://schemas.microsoft.com/office/drawing/2014/main" id="{AF8FBDDB-4349-72E5-F1CE-180661994CB6}"/>
              </a:ext>
            </a:extLst>
          </p:cNvPr>
          <p:cNvSpPr txBox="1"/>
          <p:nvPr/>
        </p:nvSpPr>
        <p:spPr>
          <a:xfrm>
            <a:off x="185057" y="396133"/>
            <a:ext cx="5019323" cy="446276"/>
          </a:xfrm>
          <a:prstGeom prst="rect">
            <a:avLst/>
          </a:prstGeom>
          <a:noFill/>
        </p:spPr>
        <p:txBody>
          <a:bodyPr wrap="none" rtlCol="0">
            <a:spAutoFit/>
          </a:bodyPr>
          <a:lstStyle/>
          <a:p>
            <a:r>
              <a:rPr lang="en-IN" sz="2300" b="1" dirty="0">
                <a:solidFill>
                  <a:schemeClr val="bg1"/>
                </a:solidFill>
                <a:latin typeface="Arial" panose="020B0604020202020204" pitchFamily="34" charset="0"/>
                <a:cs typeface="Arial" panose="020B0604020202020204" pitchFamily="34" charset="0"/>
              </a:rPr>
              <a:t>METAENDURE</a:t>
            </a:r>
            <a:r>
              <a:rPr lang="en-IN" sz="2300" b="1" dirty="0">
                <a:solidFill>
                  <a:srgbClr val="92D050"/>
                </a:solidFill>
                <a:latin typeface="Arial" panose="020B0604020202020204" pitchFamily="34" charset="0"/>
                <a:cs typeface="Arial" panose="020B0604020202020204" pitchFamily="34" charset="0"/>
              </a:rPr>
              <a:t> </a:t>
            </a:r>
            <a:r>
              <a:rPr lang="en-IN" sz="2300" b="1" dirty="0">
                <a:solidFill>
                  <a:schemeClr val="bg1"/>
                </a:solidFill>
                <a:latin typeface="Arial" panose="020B0604020202020204" pitchFamily="34" charset="0"/>
                <a:cs typeface="Arial" panose="020B0604020202020204" pitchFamily="34" charset="0"/>
              </a:rPr>
              <a:t>LABS – </a:t>
            </a:r>
            <a:r>
              <a:rPr lang="en-IN" sz="2300" b="1" dirty="0">
                <a:solidFill>
                  <a:srgbClr val="92D050"/>
                </a:solidFill>
                <a:latin typeface="Arial" panose="020B0604020202020204" pitchFamily="34" charset="0"/>
                <a:cs typeface="Arial" panose="020B0604020202020204" pitchFamily="34" charset="0"/>
              </a:rPr>
              <a:t>FOUNDER </a:t>
            </a:r>
          </a:p>
        </p:txBody>
      </p:sp>
      <p:pic>
        <p:nvPicPr>
          <p:cNvPr id="6" name="ymail_attachmentIdbae3d6b3-e1cb-49da-980e-006707d15fad" descr="Photo attachment: IMG-20260828-WA8280.jpg">
            <a:extLst>
              <a:ext uri="{FF2B5EF4-FFF2-40B4-BE49-F238E27FC236}">
                <a16:creationId xmlns:a16="http://schemas.microsoft.com/office/drawing/2014/main" id="{610C616D-98B4-8D29-5810-8CF3B5A09B43}"/>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0932000" y="16045"/>
            <a:ext cx="1260000" cy="120645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13">
            <a:extLst>
              <a:ext uri="{FF2B5EF4-FFF2-40B4-BE49-F238E27FC236}">
                <a16:creationId xmlns:a16="http://schemas.microsoft.com/office/drawing/2014/main" id="{110F48D5-A2EA-6F62-510E-C8EEF206804C}"/>
              </a:ext>
            </a:extLst>
          </p:cNvPr>
          <p:cNvSpPr txBox="1"/>
          <p:nvPr/>
        </p:nvSpPr>
        <p:spPr>
          <a:xfrm>
            <a:off x="9309672" y="6333418"/>
            <a:ext cx="2882328" cy="369332"/>
          </a:xfrm>
          <a:prstGeom prst="rect">
            <a:avLst/>
          </a:prstGeom>
          <a:noFill/>
        </p:spPr>
        <p:txBody>
          <a:bodyPr wrap="none" rtlCol="0">
            <a:spAutoFit/>
          </a:bodyPr>
          <a:lstStyle/>
          <a:p>
            <a:r>
              <a:rPr lang="en-IN" dirty="0">
                <a:solidFill>
                  <a:schemeClr val="bg1"/>
                </a:solidFill>
              </a:rPr>
              <a:t>www.metaendurelabs.com</a:t>
            </a:r>
          </a:p>
        </p:txBody>
      </p:sp>
      <p:sp>
        <p:nvSpPr>
          <p:cNvPr id="3" name="TextBox 2">
            <a:extLst>
              <a:ext uri="{FF2B5EF4-FFF2-40B4-BE49-F238E27FC236}">
                <a16:creationId xmlns:a16="http://schemas.microsoft.com/office/drawing/2014/main" id="{F4700ADC-005C-C88B-E168-FCBB48CD02AC}"/>
              </a:ext>
            </a:extLst>
          </p:cNvPr>
          <p:cNvSpPr txBox="1"/>
          <p:nvPr/>
        </p:nvSpPr>
        <p:spPr>
          <a:xfrm>
            <a:off x="185056" y="1222496"/>
            <a:ext cx="11841039" cy="4524828"/>
          </a:xfrm>
          <a:prstGeom prst="rect">
            <a:avLst/>
          </a:prstGeom>
          <a:noFill/>
        </p:spPr>
        <p:txBody>
          <a:bodyPr wrap="square" rtlCol="0">
            <a:spAutoFit/>
          </a:bodyPr>
          <a:lstStyle/>
          <a:p>
            <a:pPr fontAlgn="t">
              <a:lnSpc>
                <a:spcPct val="150000"/>
              </a:lnSpc>
            </a:pPr>
            <a:r>
              <a:rPr lang="en-IN" b="1" dirty="0">
                <a:solidFill>
                  <a:schemeClr val="accent4">
                    <a:lumMod val="20000"/>
                    <a:lumOff val="80000"/>
                  </a:schemeClr>
                </a:solidFill>
                <a:latin typeface="Arial" panose="020B0604020202020204" pitchFamily="34" charset="0"/>
                <a:cs typeface="Arial" panose="020B0604020202020204" pitchFamily="34" charset="0"/>
              </a:rPr>
              <a:t>The Turning Point</a:t>
            </a:r>
            <a:endParaRPr lang="en-IN" dirty="0">
              <a:solidFill>
                <a:schemeClr val="accent4">
                  <a:lumMod val="20000"/>
                  <a:lumOff val="80000"/>
                </a:schemeClr>
              </a:solidFill>
              <a:latin typeface="Arial" panose="020B0604020202020204" pitchFamily="34" charset="0"/>
              <a:cs typeface="Arial" panose="020B0604020202020204" pitchFamily="34" charset="0"/>
            </a:endParaRPr>
          </a:p>
          <a:p>
            <a:pPr fontAlgn="t">
              <a:lnSpc>
                <a:spcPct val="150000"/>
              </a:lnSpc>
            </a:pPr>
            <a:r>
              <a:rPr lang="en-IN" sz="1600" dirty="0">
                <a:solidFill>
                  <a:schemeClr val="accent4">
                    <a:lumMod val="20000"/>
                    <a:lumOff val="80000"/>
                  </a:schemeClr>
                </a:solidFill>
                <a:latin typeface="Arial" panose="020B0604020202020204" pitchFamily="34" charset="0"/>
                <a:cs typeface="Arial" panose="020B0604020202020204" pitchFamily="34" charset="0"/>
              </a:rPr>
              <a:t>Between 2015 and 2018, Sujai relied primarily on self-training with minimal focus on nutrition, recovery, or performance systems. While this period built mental toughness, progress was often inconsistent.</a:t>
            </a:r>
          </a:p>
          <a:p>
            <a:pPr fontAlgn="t">
              <a:lnSpc>
                <a:spcPct val="150000"/>
              </a:lnSpc>
            </a:pPr>
            <a:r>
              <a:rPr lang="en-IN" sz="1600" dirty="0">
                <a:solidFill>
                  <a:schemeClr val="accent4">
                    <a:lumMod val="20000"/>
                    <a:lumOff val="80000"/>
                  </a:schemeClr>
                </a:solidFill>
                <a:latin typeface="Arial" panose="020B0604020202020204" pitchFamily="34" charset="0"/>
                <a:cs typeface="Arial" panose="020B0604020202020204" pitchFamily="34" charset="0"/>
              </a:rPr>
              <a:t>The breakthrough came when he embraced a holistic performance approach through structured coaching, personalized nutrition, calibrated training plans, and disciplined execution. The results were transformational:</a:t>
            </a:r>
          </a:p>
          <a:p>
            <a:pPr fontAlgn="t">
              <a:lnSpc>
                <a:spcPct val="150000"/>
              </a:lnSpc>
            </a:pPr>
            <a:r>
              <a:rPr lang="en-IN" sz="1600" i="1" dirty="0">
                <a:solidFill>
                  <a:schemeClr val="accent4">
                    <a:lumMod val="20000"/>
                    <a:lumOff val="80000"/>
                  </a:schemeClr>
                </a:solidFill>
                <a:latin typeface="Arial" panose="020B0604020202020204" pitchFamily="34" charset="0"/>
                <a:cs typeface="Arial" panose="020B0604020202020204" pitchFamily="34" charset="0"/>
              </a:rPr>
              <a:t>✅ Faster race times</a:t>
            </a:r>
            <a:br>
              <a:rPr lang="en-IN" sz="1600" i="1" dirty="0">
                <a:solidFill>
                  <a:schemeClr val="accent4">
                    <a:lumMod val="20000"/>
                    <a:lumOff val="80000"/>
                  </a:schemeClr>
                </a:solidFill>
                <a:latin typeface="Arial" panose="020B0604020202020204" pitchFamily="34" charset="0"/>
                <a:cs typeface="Arial" panose="020B0604020202020204" pitchFamily="34" charset="0"/>
              </a:rPr>
            </a:br>
            <a:r>
              <a:rPr lang="en-IN" sz="1600" i="1" dirty="0">
                <a:solidFill>
                  <a:schemeClr val="accent4">
                    <a:lumMod val="20000"/>
                    <a:lumOff val="80000"/>
                  </a:schemeClr>
                </a:solidFill>
                <a:latin typeface="Arial" panose="020B0604020202020204" pitchFamily="34" charset="0"/>
                <a:cs typeface="Arial" panose="020B0604020202020204" pitchFamily="34" charset="0"/>
              </a:rPr>
              <a:t>✅ Significant body composition improvements</a:t>
            </a:r>
            <a:br>
              <a:rPr lang="en-IN" sz="1600" i="1" dirty="0">
                <a:solidFill>
                  <a:schemeClr val="accent4">
                    <a:lumMod val="20000"/>
                    <a:lumOff val="80000"/>
                  </a:schemeClr>
                </a:solidFill>
                <a:latin typeface="Arial" panose="020B0604020202020204" pitchFamily="34" charset="0"/>
                <a:cs typeface="Arial" panose="020B0604020202020204" pitchFamily="34" charset="0"/>
              </a:rPr>
            </a:br>
            <a:r>
              <a:rPr lang="en-IN" sz="1600" i="1" dirty="0">
                <a:solidFill>
                  <a:schemeClr val="accent4">
                    <a:lumMod val="20000"/>
                    <a:lumOff val="80000"/>
                  </a:schemeClr>
                </a:solidFill>
                <a:latin typeface="Arial" panose="020B0604020202020204" pitchFamily="34" charset="0"/>
                <a:cs typeface="Arial" panose="020B0604020202020204" pitchFamily="34" charset="0"/>
              </a:rPr>
              <a:t>✅ Better energy and recovery</a:t>
            </a:r>
            <a:br>
              <a:rPr lang="en-IN" sz="1600" i="1" dirty="0">
                <a:solidFill>
                  <a:schemeClr val="accent4">
                    <a:lumMod val="20000"/>
                    <a:lumOff val="80000"/>
                  </a:schemeClr>
                </a:solidFill>
                <a:latin typeface="Arial" panose="020B0604020202020204" pitchFamily="34" charset="0"/>
                <a:cs typeface="Arial" panose="020B0604020202020204" pitchFamily="34" charset="0"/>
              </a:rPr>
            </a:br>
            <a:r>
              <a:rPr lang="en-IN" sz="1600" i="1" dirty="0">
                <a:solidFill>
                  <a:schemeClr val="accent4">
                    <a:lumMod val="20000"/>
                    <a:lumOff val="80000"/>
                  </a:schemeClr>
                </a:solidFill>
                <a:latin typeface="Arial" panose="020B0604020202020204" pitchFamily="34" charset="0"/>
                <a:cs typeface="Arial" panose="020B0604020202020204" pitchFamily="34" charset="0"/>
              </a:rPr>
              <a:t>✅ Enhanced resilience and consistency</a:t>
            </a:r>
            <a:br>
              <a:rPr lang="en-IN" sz="1600" i="1" dirty="0">
                <a:solidFill>
                  <a:schemeClr val="accent4">
                    <a:lumMod val="20000"/>
                    <a:lumOff val="80000"/>
                  </a:schemeClr>
                </a:solidFill>
                <a:latin typeface="Arial" panose="020B0604020202020204" pitchFamily="34" charset="0"/>
                <a:cs typeface="Arial" panose="020B0604020202020204" pitchFamily="34" charset="0"/>
              </a:rPr>
            </a:br>
            <a:r>
              <a:rPr lang="en-IN" sz="1600" i="1" dirty="0">
                <a:solidFill>
                  <a:schemeClr val="accent4">
                    <a:lumMod val="20000"/>
                    <a:lumOff val="80000"/>
                  </a:schemeClr>
                </a:solidFill>
                <a:latin typeface="Arial" panose="020B0604020202020204" pitchFamily="34" charset="0"/>
                <a:cs typeface="Arial" panose="020B0604020202020204" pitchFamily="34" charset="0"/>
              </a:rPr>
              <a:t>✅ Sustainable long-term performance</a:t>
            </a:r>
          </a:p>
          <a:p>
            <a:pPr fontAlgn="t">
              <a:lnSpc>
                <a:spcPct val="150000"/>
              </a:lnSpc>
            </a:pPr>
            <a:r>
              <a:rPr lang="en-IN" sz="1600" dirty="0">
                <a:solidFill>
                  <a:schemeClr val="accent4">
                    <a:lumMod val="20000"/>
                    <a:lumOff val="80000"/>
                  </a:schemeClr>
                </a:solidFill>
                <a:latin typeface="Arial" panose="020B0604020202020204" pitchFamily="34" charset="0"/>
                <a:cs typeface="Arial" panose="020B0604020202020204" pitchFamily="34" charset="0"/>
              </a:rPr>
              <a:t>This experience became the foundation for METAENDURE LABS.</a:t>
            </a:r>
          </a:p>
          <a:p>
            <a:pPr>
              <a:lnSpc>
                <a:spcPct val="150000"/>
              </a:lnSpc>
            </a:pPr>
            <a:endParaRPr lang="en-IN" sz="1600" dirty="0">
              <a:solidFill>
                <a:schemeClr val="accent4">
                  <a:lumMod val="20000"/>
                  <a:lumOff val="8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746817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768AA-B697-EC13-43A3-FE0E4497D101}"/>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4F38D5E5-70DB-5CE1-48DE-E9220B2B68D4}"/>
              </a:ext>
            </a:extLst>
          </p:cNvPr>
          <p:cNvPicPr>
            <a:picLocks noChangeAspect="1"/>
          </p:cNvPicPr>
          <p:nvPr/>
        </p:nvPicPr>
        <p:blipFill>
          <a:blip r:embed="rId2"/>
          <a:stretch>
            <a:fillRect/>
          </a:stretch>
        </p:blipFill>
        <p:spPr>
          <a:xfrm>
            <a:off x="0" y="16045"/>
            <a:ext cx="12192000" cy="6884578"/>
          </a:xfrm>
          <a:prstGeom prst="rect">
            <a:avLst/>
          </a:prstGeom>
        </p:spPr>
      </p:pic>
      <p:sp>
        <p:nvSpPr>
          <p:cNvPr id="4" name="TextBox 3">
            <a:extLst>
              <a:ext uri="{FF2B5EF4-FFF2-40B4-BE49-F238E27FC236}">
                <a16:creationId xmlns:a16="http://schemas.microsoft.com/office/drawing/2014/main" id="{A5E30ACB-4663-729A-D6CB-73CFCD5F701B}"/>
              </a:ext>
            </a:extLst>
          </p:cNvPr>
          <p:cNvSpPr txBox="1"/>
          <p:nvPr/>
        </p:nvSpPr>
        <p:spPr>
          <a:xfrm>
            <a:off x="185057" y="396133"/>
            <a:ext cx="5791201" cy="446276"/>
          </a:xfrm>
          <a:prstGeom prst="rect">
            <a:avLst/>
          </a:prstGeom>
          <a:noFill/>
        </p:spPr>
        <p:txBody>
          <a:bodyPr wrap="none" rtlCol="0">
            <a:spAutoFit/>
          </a:bodyPr>
          <a:lstStyle/>
          <a:p>
            <a:r>
              <a:rPr lang="en-IN" sz="2300" b="1" dirty="0">
                <a:solidFill>
                  <a:schemeClr val="bg1"/>
                </a:solidFill>
                <a:latin typeface="Arial" panose="020B0604020202020204" pitchFamily="34" charset="0"/>
                <a:cs typeface="Arial" panose="020B0604020202020204" pitchFamily="34" charset="0"/>
              </a:rPr>
              <a:t>METAENDURE</a:t>
            </a:r>
            <a:r>
              <a:rPr lang="en-IN" sz="2300" b="1" dirty="0">
                <a:solidFill>
                  <a:srgbClr val="92D050"/>
                </a:solidFill>
                <a:latin typeface="Arial" panose="020B0604020202020204" pitchFamily="34" charset="0"/>
                <a:cs typeface="Arial" panose="020B0604020202020204" pitchFamily="34" charset="0"/>
              </a:rPr>
              <a:t> </a:t>
            </a:r>
            <a:r>
              <a:rPr lang="en-IN" sz="2300" b="1" dirty="0">
                <a:solidFill>
                  <a:schemeClr val="bg1"/>
                </a:solidFill>
                <a:latin typeface="Arial" panose="020B0604020202020204" pitchFamily="34" charset="0"/>
                <a:cs typeface="Arial" panose="020B0604020202020204" pitchFamily="34" charset="0"/>
              </a:rPr>
              <a:t>LABS – </a:t>
            </a:r>
            <a:r>
              <a:rPr lang="en-IN" sz="2300" b="1" dirty="0">
                <a:solidFill>
                  <a:srgbClr val="92D050"/>
                </a:solidFill>
                <a:latin typeface="Arial" panose="020B0604020202020204" pitchFamily="34" charset="0"/>
                <a:cs typeface="Arial" panose="020B0604020202020204" pitchFamily="34" charset="0"/>
              </a:rPr>
              <a:t>ACHIEVEMENTS</a:t>
            </a:r>
          </a:p>
        </p:txBody>
      </p:sp>
      <p:pic>
        <p:nvPicPr>
          <p:cNvPr id="6" name="ymail_attachmentIdbae3d6b3-e1cb-49da-980e-006707d15fad" descr="Photo attachment: IMG-20260828-WA8280.jpg">
            <a:extLst>
              <a:ext uri="{FF2B5EF4-FFF2-40B4-BE49-F238E27FC236}">
                <a16:creationId xmlns:a16="http://schemas.microsoft.com/office/drawing/2014/main" id="{FC93086B-5FB3-47ED-F2E1-6F87F2AC8315}"/>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0932000" y="16045"/>
            <a:ext cx="1260000" cy="120645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13">
            <a:extLst>
              <a:ext uri="{FF2B5EF4-FFF2-40B4-BE49-F238E27FC236}">
                <a16:creationId xmlns:a16="http://schemas.microsoft.com/office/drawing/2014/main" id="{DBD37F0D-355E-A41A-A628-7DACF78E248B}"/>
              </a:ext>
            </a:extLst>
          </p:cNvPr>
          <p:cNvSpPr txBox="1"/>
          <p:nvPr/>
        </p:nvSpPr>
        <p:spPr>
          <a:xfrm>
            <a:off x="9309672" y="6333418"/>
            <a:ext cx="2882328" cy="369332"/>
          </a:xfrm>
          <a:prstGeom prst="rect">
            <a:avLst/>
          </a:prstGeom>
          <a:noFill/>
        </p:spPr>
        <p:txBody>
          <a:bodyPr wrap="none" rtlCol="0">
            <a:spAutoFit/>
          </a:bodyPr>
          <a:lstStyle/>
          <a:p>
            <a:r>
              <a:rPr lang="en-IN" dirty="0">
                <a:solidFill>
                  <a:schemeClr val="bg1"/>
                </a:solidFill>
              </a:rPr>
              <a:t>www.metaendurelabs.com</a:t>
            </a:r>
          </a:p>
        </p:txBody>
      </p:sp>
      <p:sp>
        <p:nvSpPr>
          <p:cNvPr id="3" name="TextBox 2">
            <a:extLst>
              <a:ext uri="{FF2B5EF4-FFF2-40B4-BE49-F238E27FC236}">
                <a16:creationId xmlns:a16="http://schemas.microsoft.com/office/drawing/2014/main" id="{373A1EBD-BBD0-3BBA-41EB-7F7C16884232}"/>
              </a:ext>
            </a:extLst>
          </p:cNvPr>
          <p:cNvSpPr txBox="1"/>
          <p:nvPr/>
        </p:nvSpPr>
        <p:spPr>
          <a:xfrm>
            <a:off x="185057" y="1222496"/>
            <a:ext cx="11468101" cy="3093154"/>
          </a:xfrm>
          <a:prstGeom prst="rect">
            <a:avLst/>
          </a:prstGeom>
          <a:noFill/>
        </p:spPr>
        <p:txBody>
          <a:bodyPr wrap="square" rtlCol="0">
            <a:spAutoFit/>
          </a:bodyPr>
          <a:lstStyle/>
          <a:p>
            <a:pPr fontAlgn="t">
              <a:lnSpc>
                <a:spcPct val="150000"/>
              </a:lnSpc>
            </a:pPr>
            <a:r>
              <a:rPr lang="en-IN" b="1" dirty="0">
                <a:solidFill>
                  <a:schemeClr val="accent4">
                    <a:lumMod val="20000"/>
                    <a:lumOff val="80000"/>
                  </a:schemeClr>
                </a:solidFill>
                <a:latin typeface="Arial" panose="020B0604020202020204" pitchFamily="34" charset="0"/>
                <a:cs typeface="Arial" panose="020B0604020202020204" pitchFamily="34" charset="0"/>
              </a:rPr>
              <a:t>Milestone Achievements (2015 to till date)</a:t>
            </a:r>
            <a:endParaRPr lang="en-IN" dirty="0">
              <a:solidFill>
                <a:schemeClr val="accent4">
                  <a:lumMod val="20000"/>
                  <a:lumOff val="80000"/>
                </a:schemeClr>
              </a:solidFill>
              <a:latin typeface="Arial" panose="020B0604020202020204" pitchFamily="34" charset="0"/>
              <a:cs typeface="Arial" panose="020B0604020202020204" pitchFamily="34" charset="0"/>
            </a:endParaRPr>
          </a:p>
          <a:p>
            <a:pPr fontAlgn="t">
              <a:lnSpc>
                <a:spcPct val="150000"/>
              </a:lnSpc>
            </a:pPr>
            <a:r>
              <a:rPr lang="en-IN" sz="1600" dirty="0">
                <a:solidFill>
                  <a:schemeClr val="accent4">
                    <a:lumMod val="20000"/>
                    <a:lumOff val="80000"/>
                  </a:schemeClr>
                </a:solidFill>
                <a:latin typeface="Arial" panose="020B0604020202020204" pitchFamily="34" charset="0"/>
                <a:cs typeface="Arial" panose="020B0604020202020204" pitchFamily="34" charset="0"/>
              </a:rPr>
              <a:t>🏃 10K improved from </a:t>
            </a:r>
            <a:r>
              <a:rPr lang="en-IN" sz="1600" b="1" dirty="0">
                <a:solidFill>
                  <a:schemeClr val="accent4">
                    <a:lumMod val="20000"/>
                    <a:lumOff val="80000"/>
                  </a:schemeClr>
                </a:solidFill>
                <a:latin typeface="Arial" panose="020B0604020202020204" pitchFamily="34" charset="0"/>
                <a:cs typeface="Arial" panose="020B0604020202020204" pitchFamily="34" charset="0"/>
              </a:rPr>
              <a:t>1:08:36 → 43:06</a:t>
            </a:r>
            <a:endParaRPr lang="en-IN" sz="1600" dirty="0">
              <a:solidFill>
                <a:schemeClr val="accent4">
                  <a:lumMod val="20000"/>
                  <a:lumOff val="80000"/>
                </a:schemeClr>
              </a:solidFill>
              <a:latin typeface="Arial" panose="020B0604020202020204" pitchFamily="34" charset="0"/>
              <a:cs typeface="Arial" panose="020B0604020202020204" pitchFamily="34" charset="0"/>
            </a:endParaRPr>
          </a:p>
          <a:p>
            <a:pPr fontAlgn="t">
              <a:lnSpc>
                <a:spcPct val="150000"/>
              </a:lnSpc>
            </a:pPr>
            <a:r>
              <a:rPr lang="en-IN" sz="1600" dirty="0">
                <a:solidFill>
                  <a:schemeClr val="accent4">
                    <a:lumMod val="20000"/>
                    <a:lumOff val="80000"/>
                  </a:schemeClr>
                </a:solidFill>
                <a:latin typeface="Arial" panose="020B0604020202020204" pitchFamily="34" charset="0"/>
                <a:cs typeface="Arial" panose="020B0604020202020204" pitchFamily="34" charset="0"/>
              </a:rPr>
              <a:t>🏅 Half Marathon improved from </a:t>
            </a:r>
            <a:r>
              <a:rPr lang="en-IN" sz="1600" b="1" dirty="0">
                <a:solidFill>
                  <a:schemeClr val="accent4">
                    <a:lumMod val="20000"/>
                    <a:lumOff val="80000"/>
                  </a:schemeClr>
                </a:solidFill>
                <a:latin typeface="Arial" panose="020B0604020202020204" pitchFamily="34" charset="0"/>
                <a:cs typeface="Arial" panose="020B0604020202020204" pitchFamily="34" charset="0"/>
              </a:rPr>
              <a:t>1:57:55 → 1:40:45</a:t>
            </a:r>
            <a:endParaRPr lang="en-IN" sz="1600" dirty="0">
              <a:solidFill>
                <a:schemeClr val="accent4">
                  <a:lumMod val="20000"/>
                  <a:lumOff val="80000"/>
                </a:schemeClr>
              </a:solidFill>
              <a:latin typeface="Arial" panose="020B0604020202020204" pitchFamily="34" charset="0"/>
              <a:cs typeface="Arial" panose="020B0604020202020204" pitchFamily="34" charset="0"/>
            </a:endParaRPr>
          </a:p>
          <a:p>
            <a:pPr fontAlgn="t">
              <a:lnSpc>
                <a:spcPct val="150000"/>
              </a:lnSpc>
            </a:pPr>
            <a:r>
              <a:rPr lang="en-IN" sz="1600" dirty="0">
                <a:solidFill>
                  <a:schemeClr val="accent4">
                    <a:lumMod val="20000"/>
                    <a:lumOff val="80000"/>
                  </a:schemeClr>
                </a:solidFill>
                <a:latin typeface="Arial" panose="020B0604020202020204" pitchFamily="34" charset="0"/>
                <a:cs typeface="Arial" panose="020B0604020202020204" pitchFamily="34" charset="0"/>
              </a:rPr>
              <a:t>🏃‍♂️ Marathon Finisher</a:t>
            </a:r>
          </a:p>
          <a:p>
            <a:pPr fontAlgn="t">
              <a:lnSpc>
                <a:spcPct val="150000"/>
              </a:lnSpc>
            </a:pPr>
            <a:r>
              <a:rPr lang="en-IN" sz="1600" dirty="0">
                <a:solidFill>
                  <a:schemeClr val="accent4">
                    <a:lumMod val="20000"/>
                    <a:lumOff val="80000"/>
                  </a:schemeClr>
                </a:solidFill>
                <a:latin typeface="Arial" panose="020B0604020202020204" pitchFamily="34" charset="0"/>
                <a:cs typeface="Arial" panose="020B0604020202020204" pitchFamily="34" charset="0"/>
              </a:rPr>
              <a:t>⛰️ Ultra Marathon Finisher (50K &amp; 43K)</a:t>
            </a:r>
          </a:p>
          <a:p>
            <a:pPr fontAlgn="t">
              <a:lnSpc>
                <a:spcPct val="150000"/>
              </a:lnSpc>
            </a:pPr>
            <a:r>
              <a:rPr lang="en-IN" sz="1600" dirty="0">
                <a:solidFill>
                  <a:schemeClr val="accent4">
                    <a:lumMod val="20000"/>
                    <a:lumOff val="80000"/>
                  </a:schemeClr>
                </a:solidFill>
                <a:latin typeface="Arial" panose="020B0604020202020204" pitchFamily="34" charset="0"/>
                <a:cs typeface="Arial" panose="020B0604020202020204" pitchFamily="34" charset="0"/>
              </a:rPr>
              <a:t>🚴 Multiple Triathlon Finisher (BMF &amp; BERGMAN)</a:t>
            </a:r>
          </a:p>
          <a:p>
            <a:pPr fontAlgn="t">
              <a:lnSpc>
                <a:spcPct val="150000"/>
              </a:lnSpc>
            </a:pPr>
            <a:r>
              <a:rPr lang="en-IN" sz="1600" dirty="0">
                <a:solidFill>
                  <a:schemeClr val="accent4">
                    <a:lumMod val="20000"/>
                    <a:lumOff val="80000"/>
                  </a:schemeClr>
                </a:solidFill>
                <a:latin typeface="Arial" panose="020B0604020202020204" pitchFamily="34" charset="0"/>
                <a:cs typeface="Arial" panose="020B0604020202020204" pitchFamily="34" charset="0"/>
              </a:rPr>
              <a:t>🥉 5K Podium Finish (2023)</a:t>
            </a:r>
          </a:p>
          <a:p>
            <a:pPr fontAlgn="t">
              <a:lnSpc>
                <a:spcPct val="150000"/>
              </a:lnSpc>
            </a:pPr>
            <a:r>
              <a:rPr lang="en-IN" sz="1600" dirty="0">
                <a:solidFill>
                  <a:schemeClr val="accent4">
                    <a:lumMod val="20000"/>
                    <a:lumOff val="80000"/>
                  </a:schemeClr>
                </a:solidFill>
                <a:latin typeface="Arial" panose="020B0604020202020204" pitchFamily="34" charset="0"/>
                <a:cs typeface="Arial" panose="020B0604020202020204" pitchFamily="34" charset="0"/>
              </a:rPr>
              <a:t>🔱 IRONMAN Goa 70.3 Finisher (2025)</a:t>
            </a:r>
          </a:p>
        </p:txBody>
      </p:sp>
    </p:spTree>
    <p:extLst>
      <p:ext uri="{BB962C8B-B14F-4D97-AF65-F5344CB8AC3E}">
        <p14:creationId xmlns:p14="http://schemas.microsoft.com/office/powerpoint/2010/main" val="14484111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98284-E69D-9CE2-2E46-1FDA309945DD}"/>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DFA4C720-E2A4-6040-B3BB-568875318BA1}"/>
              </a:ext>
            </a:extLst>
          </p:cNvPr>
          <p:cNvPicPr>
            <a:picLocks noChangeAspect="1"/>
          </p:cNvPicPr>
          <p:nvPr/>
        </p:nvPicPr>
        <p:blipFill>
          <a:blip r:embed="rId2"/>
          <a:stretch>
            <a:fillRect/>
          </a:stretch>
        </p:blipFill>
        <p:spPr>
          <a:xfrm>
            <a:off x="0" y="-26578"/>
            <a:ext cx="12192000" cy="6884578"/>
          </a:xfrm>
          <a:prstGeom prst="rect">
            <a:avLst/>
          </a:prstGeom>
        </p:spPr>
      </p:pic>
      <p:sp>
        <p:nvSpPr>
          <p:cNvPr id="4" name="TextBox 3">
            <a:extLst>
              <a:ext uri="{FF2B5EF4-FFF2-40B4-BE49-F238E27FC236}">
                <a16:creationId xmlns:a16="http://schemas.microsoft.com/office/drawing/2014/main" id="{891C7CB8-9F87-9AAD-F093-2DB09ABB6A64}"/>
              </a:ext>
            </a:extLst>
          </p:cNvPr>
          <p:cNvSpPr txBox="1"/>
          <p:nvPr/>
        </p:nvSpPr>
        <p:spPr>
          <a:xfrm>
            <a:off x="185057" y="396133"/>
            <a:ext cx="4402231" cy="446276"/>
          </a:xfrm>
          <a:prstGeom prst="rect">
            <a:avLst/>
          </a:prstGeom>
          <a:noFill/>
        </p:spPr>
        <p:txBody>
          <a:bodyPr wrap="none" rtlCol="0">
            <a:spAutoFit/>
          </a:bodyPr>
          <a:lstStyle/>
          <a:p>
            <a:r>
              <a:rPr lang="en-IN" sz="2300" b="1" dirty="0">
                <a:solidFill>
                  <a:schemeClr val="bg1"/>
                </a:solidFill>
                <a:latin typeface="Arial" panose="020B0604020202020204" pitchFamily="34" charset="0"/>
                <a:cs typeface="Arial" panose="020B0604020202020204" pitchFamily="34" charset="0"/>
              </a:rPr>
              <a:t>METAENDURE</a:t>
            </a:r>
            <a:r>
              <a:rPr lang="en-IN" sz="2300" b="1" dirty="0">
                <a:solidFill>
                  <a:srgbClr val="92D050"/>
                </a:solidFill>
                <a:latin typeface="Arial" panose="020B0604020202020204" pitchFamily="34" charset="0"/>
                <a:cs typeface="Arial" panose="020B0604020202020204" pitchFamily="34" charset="0"/>
              </a:rPr>
              <a:t> </a:t>
            </a:r>
            <a:r>
              <a:rPr lang="en-IN" sz="2300" b="1" dirty="0">
                <a:solidFill>
                  <a:schemeClr val="bg1"/>
                </a:solidFill>
                <a:latin typeface="Arial" panose="020B0604020202020204" pitchFamily="34" charset="0"/>
                <a:cs typeface="Arial" panose="020B0604020202020204" pitchFamily="34" charset="0"/>
              </a:rPr>
              <a:t>LABS –</a:t>
            </a:r>
            <a:r>
              <a:rPr lang="en-IN" sz="2300" b="1" dirty="0">
                <a:solidFill>
                  <a:srgbClr val="92D050"/>
                </a:solidFill>
                <a:latin typeface="Arial" panose="020B0604020202020204" pitchFamily="34" charset="0"/>
                <a:cs typeface="Arial" panose="020B0604020202020204" pitchFamily="34" charset="0"/>
              </a:rPr>
              <a:t> WHY ?</a:t>
            </a:r>
          </a:p>
        </p:txBody>
      </p:sp>
      <p:pic>
        <p:nvPicPr>
          <p:cNvPr id="6" name="ymail_attachmentIdbae3d6b3-e1cb-49da-980e-006707d15fad" descr="Photo attachment: IMG-20260828-WA8280.jpg">
            <a:extLst>
              <a:ext uri="{FF2B5EF4-FFF2-40B4-BE49-F238E27FC236}">
                <a16:creationId xmlns:a16="http://schemas.microsoft.com/office/drawing/2014/main" id="{5DB828E8-ACC5-722E-93C1-BE5C72EA1C10}"/>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0932000" y="16045"/>
            <a:ext cx="1260000" cy="120645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13">
            <a:extLst>
              <a:ext uri="{FF2B5EF4-FFF2-40B4-BE49-F238E27FC236}">
                <a16:creationId xmlns:a16="http://schemas.microsoft.com/office/drawing/2014/main" id="{B55F9E29-934E-A888-8537-C45540E09F5F}"/>
              </a:ext>
            </a:extLst>
          </p:cNvPr>
          <p:cNvSpPr txBox="1"/>
          <p:nvPr/>
        </p:nvSpPr>
        <p:spPr>
          <a:xfrm>
            <a:off x="9309672" y="6333418"/>
            <a:ext cx="2882328" cy="369332"/>
          </a:xfrm>
          <a:prstGeom prst="rect">
            <a:avLst/>
          </a:prstGeom>
          <a:noFill/>
        </p:spPr>
        <p:txBody>
          <a:bodyPr wrap="none" rtlCol="0">
            <a:spAutoFit/>
          </a:bodyPr>
          <a:lstStyle/>
          <a:p>
            <a:r>
              <a:rPr lang="en-IN" dirty="0">
                <a:solidFill>
                  <a:schemeClr val="bg1"/>
                </a:solidFill>
              </a:rPr>
              <a:t>www.metaendurelabs.com</a:t>
            </a:r>
          </a:p>
        </p:txBody>
      </p:sp>
      <p:sp>
        <p:nvSpPr>
          <p:cNvPr id="3" name="TextBox 2">
            <a:extLst>
              <a:ext uri="{FF2B5EF4-FFF2-40B4-BE49-F238E27FC236}">
                <a16:creationId xmlns:a16="http://schemas.microsoft.com/office/drawing/2014/main" id="{6D31B7D7-63BC-93F4-755F-015332F42804}"/>
              </a:ext>
            </a:extLst>
          </p:cNvPr>
          <p:cNvSpPr txBox="1"/>
          <p:nvPr/>
        </p:nvSpPr>
        <p:spPr>
          <a:xfrm>
            <a:off x="185056" y="1193708"/>
            <a:ext cx="11829465" cy="5309146"/>
          </a:xfrm>
          <a:prstGeom prst="rect">
            <a:avLst/>
          </a:prstGeom>
          <a:noFill/>
        </p:spPr>
        <p:txBody>
          <a:bodyPr wrap="square" rtlCol="0">
            <a:spAutoFit/>
          </a:bodyPr>
          <a:lstStyle/>
          <a:p>
            <a:pPr fontAlgn="t">
              <a:lnSpc>
                <a:spcPct val="150000"/>
              </a:lnSpc>
            </a:pPr>
            <a:r>
              <a:rPr lang="en-IN" sz="1600" dirty="0">
                <a:solidFill>
                  <a:schemeClr val="accent4">
                    <a:lumMod val="20000"/>
                    <a:lumOff val="80000"/>
                  </a:schemeClr>
                </a:solidFill>
                <a:latin typeface="Arial" panose="020B0604020202020204" pitchFamily="34" charset="0"/>
                <a:cs typeface="Arial" panose="020B0604020202020204" pitchFamily="34" charset="0"/>
              </a:rPr>
              <a:t>METAENDURE LABS was born from a simple realization:</a:t>
            </a:r>
          </a:p>
          <a:p>
            <a:pPr fontAlgn="t">
              <a:lnSpc>
                <a:spcPct val="150000"/>
              </a:lnSpc>
            </a:pPr>
            <a:r>
              <a:rPr lang="en-IN" sz="1600" dirty="0">
                <a:solidFill>
                  <a:schemeClr val="accent4">
                    <a:lumMod val="20000"/>
                    <a:lumOff val="80000"/>
                  </a:schemeClr>
                </a:solidFill>
                <a:latin typeface="Arial" panose="020B0604020202020204" pitchFamily="34" charset="0"/>
                <a:cs typeface="Arial" panose="020B0604020202020204" pitchFamily="34" charset="0"/>
              </a:rPr>
              <a:t>Most people do not fail because they lack potential. They fail because they lack a proven system.</a:t>
            </a:r>
          </a:p>
          <a:p>
            <a:pPr fontAlgn="t">
              <a:lnSpc>
                <a:spcPct val="150000"/>
              </a:lnSpc>
            </a:pPr>
            <a:r>
              <a:rPr lang="en-IN" sz="1600" dirty="0">
                <a:solidFill>
                  <a:schemeClr val="accent4">
                    <a:lumMod val="20000"/>
                    <a:lumOff val="80000"/>
                  </a:schemeClr>
                </a:solidFill>
                <a:latin typeface="Arial" panose="020B0604020202020204" pitchFamily="34" charset="0"/>
                <a:cs typeface="Arial" panose="020B0604020202020204" pitchFamily="34" charset="0"/>
              </a:rPr>
              <a:t>Having personally experienced the difference that science-backed training, performance nutrition, mindset development, and accountability can make, Sujai founded METAENDURE LABS to help recreational athletes, professionals, and everyday individuals unlock their highest potential.</a:t>
            </a:r>
          </a:p>
          <a:p>
            <a:pPr fontAlgn="t">
              <a:lnSpc>
                <a:spcPct val="150000"/>
              </a:lnSpc>
            </a:pPr>
            <a:endParaRPr lang="en-IN" sz="1600" dirty="0">
              <a:solidFill>
                <a:schemeClr val="accent4">
                  <a:lumMod val="20000"/>
                  <a:lumOff val="80000"/>
                </a:schemeClr>
              </a:solidFill>
              <a:latin typeface="Arial" panose="020B0604020202020204" pitchFamily="34" charset="0"/>
              <a:cs typeface="Arial" panose="020B0604020202020204" pitchFamily="34" charset="0"/>
            </a:endParaRPr>
          </a:p>
          <a:p>
            <a:pPr fontAlgn="t">
              <a:lnSpc>
                <a:spcPct val="150000"/>
              </a:lnSpc>
            </a:pPr>
            <a:r>
              <a:rPr lang="en-IN" sz="1600" dirty="0">
                <a:solidFill>
                  <a:schemeClr val="accent4">
                    <a:lumMod val="20000"/>
                    <a:lumOff val="80000"/>
                  </a:schemeClr>
                </a:solidFill>
                <a:latin typeface="Arial" panose="020B0604020202020204" pitchFamily="34" charset="0"/>
                <a:cs typeface="Arial" panose="020B0604020202020204" pitchFamily="34" charset="0"/>
              </a:rPr>
              <a:t>Today, METAENDURE LABS combines endurance training principles, mindset mastery, habit formation, and performance optimization frameworks to help individuals build resilience and achieve lasting excellence in sport, work, and life.</a:t>
            </a:r>
          </a:p>
          <a:p>
            <a:pPr fontAlgn="t">
              <a:lnSpc>
                <a:spcPct val="150000"/>
              </a:lnSpc>
            </a:pPr>
            <a:endParaRPr lang="en-IN" sz="1600" dirty="0">
              <a:solidFill>
                <a:schemeClr val="accent4">
                  <a:lumMod val="20000"/>
                  <a:lumOff val="80000"/>
                </a:schemeClr>
              </a:solidFill>
              <a:latin typeface="Arial" panose="020B0604020202020204" pitchFamily="34" charset="0"/>
              <a:cs typeface="Arial" panose="020B0604020202020204" pitchFamily="34" charset="0"/>
            </a:endParaRPr>
          </a:p>
          <a:p>
            <a:pPr fontAlgn="t">
              <a:lnSpc>
                <a:spcPct val="150000"/>
              </a:lnSpc>
            </a:pPr>
            <a:r>
              <a:rPr lang="en-IN" b="1" dirty="0">
                <a:solidFill>
                  <a:schemeClr val="accent4">
                    <a:lumMod val="20000"/>
                    <a:lumOff val="80000"/>
                  </a:schemeClr>
                </a:solidFill>
                <a:latin typeface="Arial" panose="020B0604020202020204" pitchFamily="34" charset="0"/>
                <a:cs typeface="Arial" panose="020B0604020202020204" pitchFamily="34" charset="0"/>
              </a:rPr>
              <a:t>Founder Philosophy</a:t>
            </a:r>
            <a:endParaRPr lang="en-IN" dirty="0">
              <a:solidFill>
                <a:schemeClr val="accent4">
                  <a:lumMod val="20000"/>
                  <a:lumOff val="80000"/>
                </a:schemeClr>
              </a:solidFill>
              <a:latin typeface="Arial" panose="020B0604020202020204" pitchFamily="34" charset="0"/>
              <a:cs typeface="Arial" panose="020B0604020202020204" pitchFamily="34" charset="0"/>
            </a:endParaRPr>
          </a:p>
          <a:p>
            <a:pPr fontAlgn="t">
              <a:lnSpc>
                <a:spcPct val="150000"/>
              </a:lnSpc>
            </a:pPr>
            <a:r>
              <a:rPr lang="en-IN" sz="1600" i="1" dirty="0">
                <a:solidFill>
                  <a:schemeClr val="accent4">
                    <a:lumMod val="20000"/>
                    <a:lumOff val="80000"/>
                  </a:schemeClr>
                </a:solidFill>
                <a:latin typeface="Arial" panose="020B0604020202020204" pitchFamily="34" charset="0"/>
                <a:cs typeface="Arial" panose="020B0604020202020204" pitchFamily="34" charset="0"/>
              </a:rPr>
              <a:t>"My journey proves that extraordinary results are not reserved for elite athletes. With the right mindset, structure, and consistency, anyone can transform their </a:t>
            </a:r>
            <a:r>
              <a:rPr lang="en-IN" sz="1600" b="1" i="1" dirty="0">
                <a:solidFill>
                  <a:schemeClr val="accent4">
                    <a:lumMod val="20000"/>
                    <a:lumOff val="80000"/>
                  </a:schemeClr>
                </a:solidFill>
                <a:latin typeface="Arial" panose="020B0604020202020204" pitchFamily="34" charset="0"/>
                <a:cs typeface="Arial" panose="020B0604020202020204" pitchFamily="34" charset="0"/>
              </a:rPr>
              <a:t>performance and redefine their limits</a:t>
            </a:r>
            <a:r>
              <a:rPr lang="en-IN" sz="1600" i="1" dirty="0">
                <a:solidFill>
                  <a:schemeClr val="accent4">
                    <a:lumMod val="20000"/>
                    <a:lumOff val="80000"/>
                  </a:schemeClr>
                </a:solidFill>
                <a:latin typeface="Arial" panose="020B0604020202020204" pitchFamily="34" charset="0"/>
                <a:cs typeface="Arial" panose="020B0604020202020204" pitchFamily="34" charset="0"/>
              </a:rPr>
              <a:t>. METAENDURE LABS exists to help people do exactly that."</a:t>
            </a:r>
            <a:br>
              <a:rPr lang="en-IN" sz="1600" dirty="0">
                <a:solidFill>
                  <a:schemeClr val="accent4">
                    <a:lumMod val="20000"/>
                    <a:lumOff val="80000"/>
                  </a:schemeClr>
                </a:solidFill>
                <a:latin typeface="Arial" panose="020B0604020202020204" pitchFamily="34" charset="0"/>
                <a:cs typeface="Arial" panose="020B0604020202020204" pitchFamily="34" charset="0"/>
              </a:rPr>
            </a:br>
            <a:endParaRPr lang="en-IN" sz="1600" dirty="0">
              <a:solidFill>
                <a:schemeClr val="accent4">
                  <a:lumMod val="20000"/>
                  <a:lumOff val="8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225504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2C1CA-0ABA-94BA-F606-4A9BBC6CF889}"/>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F3130F68-ECEE-92CD-4CE9-0DC419019D1C}"/>
              </a:ext>
            </a:extLst>
          </p:cNvPr>
          <p:cNvPicPr>
            <a:picLocks noChangeAspect="1"/>
          </p:cNvPicPr>
          <p:nvPr/>
        </p:nvPicPr>
        <p:blipFill>
          <a:blip r:embed="rId2"/>
          <a:stretch>
            <a:fillRect/>
          </a:stretch>
        </p:blipFill>
        <p:spPr>
          <a:xfrm>
            <a:off x="0" y="-26578"/>
            <a:ext cx="12192000" cy="6884578"/>
          </a:xfrm>
          <a:prstGeom prst="rect">
            <a:avLst/>
          </a:prstGeom>
        </p:spPr>
      </p:pic>
      <p:sp>
        <p:nvSpPr>
          <p:cNvPr id="4" name="TextBox 3">
            <a:extLst>
              <a:ext uri="{FF2B5EF4-FFF2-40B4-BE49-F238E27FC236}">
                <a16:creationId xmlns:a16="http://schemas.microsoft.com/office/drawing/2014/main" id="{F6FD241E-D472-BCAE-F8AC-F46FCF1C6807}"/>
              </a:ext>
            </a:extLst>
          </p:cNvPr>
          <p:cNvSpPr txBox="1"/>
          <p:nvPr/>
        </p:nvSpPr>
        <p:spPr>
          <a:xfrm>
            <a:off x="185057" y="396133"/>
            <a:ext cx="8001036" cy="446276"/>
          </a:xfrm>
          <a:prstGeom prst="rect">
            <a:avLst/>
          </a:prstGeom>
          <a:noFill/>
        </p:spPr>
        <p:txBody>
          <a:bodyPr wrap="none" rtlCol="0">
            <a:spAutoFit/>
          </a:bodyPr>
          <a:lstStyle/>
          <a:p>
            <a:r>
              <a:rPr lang="en-IN" sz="2300" b="1" dirty="0">
                <a:solidFill>
                  <a:schemeClr val="bg1"/>
                </a:solidFill>
                <a:latin typeface="Arial" panose="020B0604020202020204" pitchFamily="34" charset="0"/>
                <a:cs typeface="Arial" panose="020B0604020202020204" pitchFamily="34" charset="0"/>
              </a:rPr>
              <a:t>METAENDURE</a:t>
            </a:r>
            <a:r>
              <a:rPr lang="en-IN" sz="2300" b="1" dirty="0">
                <a:solidFill>
                  <a:srgbClr val="92D050"/>
                </a:solidFill>
                <a:latin typeface="Arial" panose="020B0604020202020204" pitchFamily="34" charset="0"/>
                <a:cs typeface="Arial" panose="020B0604020202020204" pitchFamily="34" charset="0"/>
              </a:rPr>
              <a:t> </a:t>
            </a:r>
            <a:r>
              <a:rPr lang="en-IN" sz="2300" b="1" dirty="0">
                <a:solidFill>
                  <a:schemeClr val="bg1"/>
                </a:solidFill>
                <a:latin typeface="Arial" panose="020B0604020202020204" pitchFamily="34" charset="0"/>
                <a:cs typeface="Arial" panose="020B0604020202020204" pitchFamily="34" charset="0"/>
              </a:rPr>
              <a:t>LABS – </a:t>
            </a:r>
            <a:r>
              <a:rPr lang="en-IN" sz="2300" b="1" dirty="0">
                <a:solidFill>
                  <a:srgbClr val="92D050"/>
                </a:solidFill>
                <a:latin typeface="Arial" panose="020B0604020202020204" pitchFamily="34" charset="0"/>
                <a:cs typeface="Arial" panose="020B0604020202020204" pitchFamily="34" charset="0"/>
              </a:rPr>
              <a:t>VISION &amp; MISSION STATEMENT </a:t>
            </a:r>
          </a:p>
        </p:txBody>
      </p:sp>
      <p:pic>
        <p:nvPicPr>
          <p:cNvPr id="6" name="ymail_attachmentIdbae3d6b3-e1cb-49da-980e-006707d15fad" descr="Photo attachment: IMG-20260828-WA8280.jpg">
            <a:extLst>
              <a:ext uri="{FF2B5EF4-FFF2-40B4-BE49-F238E27FC236}">
                <a16:creationId xmlns:a16="http://schemas.microsoft.com/office/drawing/2014/main" id="{23BD3FCC-E78A-7D5A-38ED-9C5F012958CC}"/>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0932000" y="16045"/>
            <a:ext cx="1260000" cy="120645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a:extLst>
              <a:ext uri="{FF2B5EF4-FFF2-40B4-BE49-F238E27FC236}">
                <a16:creationId xmlns:a16="http://schemas.microsoft.com/office/drawing/2014/main" id="{07652912-5275-3989-8108-4E57CDDC7A3F}"/>
              </a:ext>
            </a:extLst>
          </p:cNvPr>
          <p:cNvSpPr txBox="1"/>
          <p:nvPr/>
        </p:nvSpPr>
        <p:spPr>
          <a:xfrm>
            <a:off x="185056" y="1222496"/>
            <a:ext cx="11829465" cy="4750018"/>
          </a:xfrm>
          <a:prstGeom prst="rect">
            <a:avLst/>
          </a:prstGeom>
          <a:noFill/>
        </p:spPr>
        <p:txBody>
          <a:bodyPr wrap="square" rtlCol="0">
            <a:spAutoFit/>
          </a:bodyPr>
          <a:lstStyle/>
          <a:p>
            <a:pPr fontAlgn="t">
              <a:lnSpc>
                <a:spcPct val="150000"/>
              </a:lnSpc>
            </a:pPr>
            <a:r>
              <a:rPr lang="en-IN" b="1" dirty="0">
                <a:solidFill>
                  <a:schemeClr val="accent4">
                    <a:lumMod val="20000"/>
                    <a:lumOff val="80000"/>
                  </a:schemeClr>
                </a:solidFill>
                <a:latin typeface="Arial" panose="020B0604020202020204" pitchFamily="34" charset="0"/>
                <a:cs typeface="Arial" panose="020B0604020202020204" pitchFamily="34" charset="0"/>
              </a:rPr>
              <a:t>VISION STATEMENT</a:t>
            </a:r>
            <a:endParaRPr lang="en-IN" dirty="0">
              <a:solidFill>
                <a:schemeClr val="accent4">
                  <a:lumMod val="20000"/>
                  <a:lumOff val="80000"/>
                </a:schemeClr>
              </a:solidFill>
              <a:latin typeface="Arial" panose="020B0604020202020204" pitchFamily="34" charset="0"/>
              <a:cs typeface="Arial" panose="020B0604020202020204" pitchFamily="34" charset="0"/>
            </a:endParaRPr>
          </a:p>
          <a:p>
            <a:pPr marL="285750" indent="-285750" fontAlgn="t">
              <a:lnSpc>
                <a:spcPct val="150000"/>
              </a:lnSpc>
              <a:buFont typeface="Arial" panose="020B0604020202020204" pitchFamily="34" charset="0"/>
              <a:buChar char="•"/>
            </a:pPr>
            <a:r>
              <a:rPr lang="en-IN" sz="1600" dirty="0">
                <a:solidFill>
                  <a:schemeClr val="accent4">
                    <a:lumMod val="20000"/>
                    <a:lumOff val="80000"/>
                  </a:schemeClr>
                </a:solidFill>
                <a:latin typeface="Arial" panose="020B0604020202020204" pitchFamily="34" charset="0"/>
                <a:cs typeface="Arial" panose="020B0604020202020204" pitchFamily="34" charset="0"/>
              </a:rPr>
              <a:t>Empower recreational athletes, professionals, and everyday individuals to achieve extraordinary levels of endurance, resilience, and performance. Through evidence-based training, mindset transformation, and continuous self-improvement, we aim to create a global community that embraces challenges, pushes beyond limits, and unlocks its fullest human potential.</a:t>
            </a:r>
          </a:p>
          <a:p>
            <a:pPr fontAlgn="t">
              <a:lnSpc>
                <a:spcPct val="150000"/>
              </a:lnSpc>
            </a:pPr>
            <a:endParaRPr lang="en-IN" dirty="0">
              <a:solidFill>
                <a:schemeClr val="accent4">
                  <a:lumMod val="20000"/>
                  <a:lumOff val="80000"/>
                </a:schemeClr>
              </a:solidFill>
              <a:latin typeface="Arial" panose="020B0604020202020204" pitchFamily="34" charset="0"/>
              <a:cs typeface="Arial" panose="020B0604020202020204" pitchFamily="34" charset="0"/>
            </a:endParaRPr>
          </a:p>
          <a:p>
            <a:pPr fontAlgn="t">
              <a:lnSpc>
                <a:spcPct val="150000"/>
              </a:lnSpc>
            </a:pPr>
            <a:r>
              <a:rPr lang="en-IN" b="1" dirty="0">
                <a:solidFill>
                  <a:schemeClr val="accent4">
                    <a:lumMod val="20000"/>
                    <a:lumOff val="80000"/>
                  </a:schemeClr>
                </a:solidFill>
                <a:latin typeface="Arial" panose="020B0604020202020204" pitchFamily="34" charset="0"/>
                <a:cs typeface="Arial" panose="020B0604020202020204" pitchFamily="34" charset="0"/>
              </a:rPr>
              <a:t>MISSION STATEMENT</a:t>
            </a:r>
          </a:p>
          <a:p>
            <a:pPr marL="285750" indent="-285750" fontAlgn="t">
              <a:lnSpc>
                <a:spcPct val="150000"/>
              </a:lnSpc>
              <a:buFont typeface="Arial" panose="020B0604020202020204" pitchFamily="34" charset="0"/>
              <a:buChar char="•"/>
            </a:pPr>
            <a:r>
              <a:rPr lang="en-IN" sz="1600" dirty="0">
                <a:solidFill>
                  <a:schemeClr val="accent4">
                    <a:lumMod val="20000"/>
                    <a:lumOff val="80000"/>
                  </a:schemeClr>
                </a:solidFill>
                <a:latin typeface="Arial" panose="020B0604020202020204" pitchFamily="34" charset="0"/>
                <a:cs typeface="Arial" panose="020B0604020202020204" pitchFamily="34" charset="0"/>
              </a:rPr>
              <a:t>Empower individuals to build enduring physical, mental, and professional resilience through structured endurance training, mindset development, and science-backed performance strategies. We inspire people to push beyond perceived limits, embrace challenges with confidence, and achieve sustainable excellence in sport, career, and life.</a:t>
            </a:r>
          </a:p>
          <a:p>
            <a:pPr fontAlgn="t">
              <a:lnSpc>
                <a:spcPct val="150000"/>
              </a:lnSpc>
            </a:pPr>
            <a:endParaRPr lang="en-IN" dirty="0">
              <a:solidFill>
                <a:schemeClr val="accent4">
                  <a:lumMod val="20000"/>
                  <a:lumOff val="80000"/>
                </a:schemeClr>
              </a:solidFill>
              <a:latin typeface="Arial" panose="020B0604020202020204" pitchFamily="34" charset="0"/>
              <a:cs typeface="Arial" panose="020B0604020202020204" pitchFamily="34" charset="0"/>
            </a:endParaRPr>
          </a:p>
          <a:p>
            <a:pPr marL="285750" indent="-285750" fontAlgn="t">
              <a:lnSpc>
                <a:spcPct val="150000"/>
              </a:lnSpc>
              <a:buFont typeface="Arial" panose="020B0604020202020204" pitchFamily="34" charset="0"/>
              <a:buChar char="•"/>
            </a:pPr>
            <a:endParaRPr lang="en-IN" dirty="0">
              <a:solidFill>
                <a:schemeClr val="accent4">
                  <a:lumMod val="20000"/>
                  <a:lumOff val="80000"/>
                </a:schemeClr>
              </a:solidFill>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endParaRPr lang="en-IN" dirty="0">
              <a:solidFill>
                <a:schemeClr val="accent4">
                  <a:lumMod val="20000"/>
                  <a:lumOff val="80000"/>
                </a:schemeClr>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A3245C0F-6DDA-243E-D418-E26B1E13382E}"/>
              </a:ext>
            </a:extLst>
          </p:cNvPr>
          <p:cNvSpPr txBox="1"/>
          <p:nvPr/>
        </p:nvSpPr>
        <p:spPr>
          <a:xfrm>
            <a:off x="9309672" y="6333418"/>
            <a:ext cx="2890535" cy="369332"/>
          </a:xfrm>
          <a:prstGeom prst="rect">
            <a:avLst/>
          </a:prstGeom>
          <a:noFill/>
        </p:spPr>
        <p:txBody>
          <a:bodyPr wrap="none" rtlCol="0">
            <a:spAutoFit/>
          </a:bodyPr>
          <a:lstStyle/>
          <a:p>
            <a:r>
              <a:rPr lang="en-IN" dirty="0">
                <a:solidFill>
                  <a:schemeClr val="bg1"/>
                </a:solidFill>
              </a:rPr>
              <a:t>www.metaendurelabs.com</a:t>
            </a:r>
          </a:p>
        </p:txBody>
      </p:sp>
    </p:spTree>
    <p:extLst>
      <p:ext uri="{BB962C8B-B14F-4D97-AF65-F5344CB8AC3E}">
        <p14:creationId xmlns:p14="http://schemas.microsoft.com/office/powerpoint/2010/main" val="30406689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9615B-6E69-58CF-C0AE-325C76ABC617}"/>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4B3D0370-E4B0-8322-9AB9-328EBF0E95CC}"/>
              </a:ext>
            </a:extLst>
          </p:cNvPr>
          <p:cNvPicPr>
            <a:picLocks noChangeAspect="1"/>
          </p:cNvPicPr>
          <p:nvPr/>
        </p:nvPicPr>
        <p:blipFill>
          <a:blip r:embed="rId2"/>
          <a:stretch>
            <a:fillRect/>
          </a:stretch>
        </p:blipFill>
        <p:spPr>
          <a:xfrm>
            <a:off x="0" y="-26578"/>
            <a:ext cx="12192000" cy="6884578"/>
          </a:xfrm>
          <a:prstGeom prst="rect">
            <a:avLst/>
          </a:prstGeom>
        </p:spPr>
      </p:pic>
      <p:sp>
        <p:nvSpPr>
          <p:cNvPr id="3" name="TextBox 2">
            <a:extLst>
              <a:ext uri="{FF2B5EF4-FFF2-40B4-BE49-F238E27FC236}">
                <a16:creationId xmlns:a16="http://schemas.microsoft.com/office/drawing/2014/main" id="{A5C124F9-059A-0DE2-8332-376E201CBE41}"/>
              </a:ext>
            </a:extLst>
          </p:cNvPr>
          <p:cNvSpPr txBox="1"/>
          <p:nvPr/>
        </p:nvSpPr>
        <p:spPr>
          <a:xfrm>
            <a:off x="185057" y="396133"/>
            <a:ext cx="4652812" cy="446276"/>
          </a:xfrm>
          <a:prstGeom prst="rect">
            <a:avLst/>
          </a:prstGeom>
          <a:noFill/>
        </p:spPr>
        <p:txBody>
          <a:bodyPr wrap="none" rtlCol="0">
            <a:spAutoFit/>
          </a:bodyPr>
          <a:lstStyle/>
          <a:p>
            <a:r>
              <a:rPr lang="en-IN" sz="2300" b="1" dirty="0">
                <a:solidFill>
                  <a:schemeClr val="bg1"/>
                </a:solidFill>
                <a:latin typeface="Arial" panose="020B0604020202020204" pitchFamily="34" charset="0"/>
                <a:cs typeface="Arial" panose="020B0604020202020204" pitchFamily="34" charset="0"/>
              </a:rPr>
              <a:t>METAENDURE</a:t>
            </a:r>
            <a:r>
              <a:rPr lang="en-IN" sz="2300" b="1" dirty="0">
                <a:solidFill>
                  <a:srgbClr val="92D050"/>
                </a:solidFill>
                <a:latin typeface="Arial" panose="020B0604020202020204" pitchFamily="34" charset="0"/>
                <a:cs typeface="Arial" panose="020B0604020202020204" pitchFamily="34" charset="0"/>
              </a:rPr>
              <a:t> </a:t>
            </a:r>
            <a:r>
              <a:rPr lang="en-IN" sz="2300" b="1" dirty="0">
                <a:solidFill>
                  <a:schemeClr val="bg1"/>
                </a:solidFill>
                <a:latin typeface="Arial" panose="020B0604020202020204" pitchFamily="34" charset="0"/>
                <a:cs typeface="Arial" panose="020B0604020202020204" pitchFamily="34" charset="0"/>
              </a:rPr>
              <a:t>LABS - </a:t>
            </a:r>
            <a:r>
              <a:rPr lang="en-IN" sz="2300" b="1" dirty="0">
                <a:solidFill>
                  <a:srgbClr val="92D050"/>
                </a:solidFill>
                <a:latin typeface="Arial" panose="020B0604020202020204" pitchFamily="34" charset="0"/>
                <a:cs typeface="Arial" panose="020B0604020202020204" pitchFamily="34" charset="0"/>
              </a:rPr>
              <a:t>PILLARS</a:t>
            </a:r>
          </a:p>
        </p:txBody>
      </p:sp>
      <p:pic>
        <p:nvPicPr>
          <p:cNvPr id="4" name="Picture 3">
            <a:extLst>
              <a:ext uri="{FF2B5EF4-FFF2-40B4-BE49-F238E27FC236}">
                <a16:creationId xmlns:a16="http://schemas.microsoft.com/office/drawing/2014/main" id="{14C86C61-04CA-3D96-D1F9-04A7C9D9E01E}"/>
              </a:ext>
            </a:extLst>
          </p:cNvPr>
          <p:cNvPicPr>
            <a:picLocks noChangeAspect="1"/>
          </p:cNvPicPr>
          <p:nvPr/>
        </p:nvPicPr>
        <p:blipFill>
          <a:blip r:embed="rId3"/>
          <a:stretch>
            <a:fillRect/>
          </a:stretch>
        </p:blipFill>
        <p:spPr>
          <a:xfrm>
            <a:off x="908825" y="1262432"/>
            <a:ext cx="1999432" cy="1347135"/>
          </a:xfrm>
          <a:prstGeom prst="rect">
            <a:avLst/>
          </a:prstGeom>
        </p:spPr>
      </p:pic>
      <p:pic>
        <p:nvPicPr>
          <p:cNvPr id="5" name="Picture 4">
            <a:extLst>
              <a:ext uri="{FF2B5EF4-FFF2-40B4-BE49-F238E27FC236}">
                <a16:creationId xmlns:a16="http://schemas.microsoft.com/office/drawing/2014/main" id="{1C267E6B-8A03-7F50-71A5-4E0B99951372}"/>
              </a:ext>
            </a:extLst>
          </p:cNvPr>
          <p:cNvPicPr>
            <a:picLocks noChangeAspect="1"/>
          </p:cNvPicPr>
          <p:nvPr/>
        </p:nvPicPr>
        <p:blipFill>
          <a:blip r:embed="rId4"/>
          <a:stretch>
            <a:fillRect/>
          </a:stretch>
        </p:blipFill>
        <p:spPr>
          <a:xfrm>
            <a:off x="4981584" y="1262432"/>
            <a:ext cx="1999432" cy="1321993"/>
          </a:xfrm>
          <a:prstGeom prst="rect">
            <a:avLst/>
          </a:prstGeom>
        </p:spPr>
      </p:pic>
      <p:sp>
        <p:nvSpPr>
          <p:cNvPr id="6" name="TextBox 5">
            <a:extLst>
              <a:ext uri="{FF2B5EF4-FFF2-40B4-BE49-F238E27FC236}">
                <a16:creationId xmlns:a16="http://schemas.microsoft.com/office/drawing/2014/main" id="{BE89B65F-5008-019E-4A63-A840A30B4567}"/>
              </a:ext>
            </a:extLst>
          </p:cNvPr>
          <p:cNvSpPr txBox="1"/>
          <p:nvPr/>
        </p:nvSpPr>
        <p:spPr>
          <a:xfrm>
            <a:off x="407471" y="2921901"/>
            <a:ext cx="3318539" cy="3009285"/>
          </a:xfrm>
          <a:prstGeom prst="rect">
            <a:avLst/>
          </a:prstGeom>
          <a:noFill/>
        </p:spPr>
        <p:txBody>
          <a:bodyPr wrap="square">
            <a:spAutoFit/>
          </a:bodyPr>
          <a:lstStyle/>
          <a:p>
            <a:pPr marL="342900" indent="-342900">
              <a:lnSpc>
                <a:spcPct val="150000"/>
              </a:lnSpc>
              <a:spcAft>
                <a:spcPts val="900"/>
              </a:spcAft>
              <a:buFont typeface="Arial" panose="020B0604020202020204" pitchFamily="34" charset="0"/>
              <a:buChar char="•"/>
            </a:pPr>
            <a:r>
              <a:rPr lang="en-IN" sz="1600" dirty="0">
                <a:solidFill>
                  <a:schemeClr val="accent4">
                    <a:lumMod val="20000"/>
                    <a:lumOff val="80000"/>
                  </a:schemeClr>
                </a:solidFill>
                <a:latin typeface="Arial" panose="020B0604020202020204" pitchFamily="34" charset="0"/>
                <a:cs typeface="Arial" panose="020B0604020202020204" pitchFamily="34" charset="0"/>
              </a:rPr>
              <a:t>The foundational phase of resilience, grit, and survival. It represents the capacity to withstand hardships, absorb pressure, maintain discipline, and persist through setbacks or unfavourable conditions without quitting. </a:t>
            </a:r>
          </a:p>
        </p:txBody>
      </p:sp>
      <p:cxnSp>
        <p:nvCxnSpPr>
          <p:cNvPr id="8" name="Straight Connector 7">
            <a:extLst>
              <a:ext uri="{FF2B5EF4-FFF2-40B4-BE49-F238E27FC236}">
                <a16:creationId xmlns:a16="http://schemas.microsoft.com/office/drawing/2014/main" id="{113BBE74-C797-EC7B-5DE7-69341B2762B4}"/>
              </a:ext>
            </a:extLst>
          </p:cNvPr>
          <p:cNvCxnSpPr>
            <a:cxnSpLocks/>
          </p:cNvCxnSpPr>
          <p:nvPr/>
        </p:nvCxnSpPr>
        <p:spPr>
          <a:xfrm>
            <a:off x="3936734" y="1390654"/>
            <a:ext cx="0" cy="4706753"/>
          </a:xfrm>
          <a:prstGeom prst="line">
            <a:avLst/>
          </a:prstGeom>
        </p:spPr>
        <p:style>
          <a:lnRef idx="1">
            <a:schemeClr val="accent6"/>
          </a:lnRef>
          <a:fillRef idx="0">
            <a:schemeClr val="accent6"/>
          </a:fillRef>
          <a:effectRef idx="0">
            <a:schemeClr val="accent6"/>
          </a:effectRef>
          <a:fontRef idx="minor">
            <a:schemeClr val="tx1"/>
          </a:fontRef>
        </p:style>
      </p:cxnSp>
      <p:cxnSp>
        <p:nvCxnSpPr>
          <p:cNvPr id="9" name="Straight Connector 8">
            <a:extLst>
              <a:ext uri="{FF2B5EF4-FFF2-40B4-BE49-F238E27FC236}">
                <a16:creationId xmlns:a16="http://schemas.microsoft.com/office/drawing/2014/main" id="{FFADAA6B-A099-7BFB-21E2-39EB1AB3E4EC}"/>
              </a:ext>
            </a:extLst>
          </p:cNvPr>
          <p:cNvCxnSpPr/>
          <p:nvPr/>
        </p:nvCxnSpPr>
        <p:spPr>
          <a:xfrm>
            <a:off x="8031252" y="1437470"/>
            <a:ext cx="0" cy="4706753"/>
          </a:xfrm>
          <a:prstGeom prst="line">
            <a:avLst/>
          </a:prstGeom>
        </p:spPr>
        <p:style>
          <a:lnRef idx="1">
            <a:schemeClr val="accent6"/>
          </a:lnRef>
          <a:fillRef idx="0">
            <a:schemeClr val="accent6"/>
          </a:fillRef>
          <a:effectRef idx="0">
            <a:schemeClr val="accent6"/>
          </a:effectRef>
          <a:fontRef idx="minor">
            <a:schemeClr val="tx1"/>
          </a:fontRef>
        </p:style>
      </p:cxnSp>
      <p:sp>
        <p:nvSpPr>
          <p:cNvPr id="10" name="TextBox 9">
            <a:extLst>
              <a:ext uri="{FF2B5EF4-FFF2-40B4-BE49-F238E27FC236}">
                <a16:creationId xmlns:a16="http://schemas.microsoft.com/office/drawing/2014/main" id="{40AB89A1-FC53-B738-DF15-0F60480A3BF1}"/>
              </a:ext>
            </a:extLst>
          </p:cNvPr>
          <p:cNvSpPr txBox="1"/>
          <p:nvPr/>
        </p:nvSpPr>
        <p:spPr>
          <a:xfrm>
            <a:off x="4171522" y="2921901"/>
            <a:ext cx="3859730" cy="3001334"/>
          </a:xfrm>
          <a:prstGeom prst="rect">
            <a:avLst/>
          </a:prstGeom>
          <a:noFill/>
        </p:spPr>
        <p:txBody>
          <a:bodyPr wrap="square">
            <a:spAutoFit/>
          </a:bodyPr>
          <a:lstStyle/>
          <a:p>
            <a:pPr marL="342900" marR="0" lvl="0" indent="-342900">
              <a:lnSpc>
                <a:spcPct val="150000"/>
              </a:lnSpc>
              <a:spcAft>
                <a:spcPts val="900"/>
              </a:spcAft>
              <a:buFont typeface="Arial" panose="020B0604020202020204" pitchFamily="34" charset="0"/>
              <a:buChar char="•"/>
            </a:pPr>
            <a:r>
              <a:rPr lang="en-IN" sz="1600" b="0" u="none" strike="noStrike" dirty="0">
                <a:solidFill>
                  <a:schemeClr val="accent4">
                    <a:lumMod val="20000"/>
                    <a:lumOff val="80000"/>
                  </a:schemeClr>
                </a:solidFill>
                <a:effectLst/>
                <a:latin typeface="Arial" panose="020B0604020202020204" pitchFamily="34" charset="0"/>
                <a:cs typeface="Arial" panose="020B0604020202020204" pitchFamily="34" charset="0"/>
              </a:rPr>
              <a:t>The intermediate phase of adaptation and growth. Once you survive the initial pressure, you must learn, shift your mindset, update your strategies, and transform your capabilities to align with a changing environment rather than remaining stagnant.</a:t>
            </a:r>
          </a:p>
        </p:txBody>
      </p:sp>
      <p:sp>
        <p:nvSpPr>
          <p:cNvPr id="11" name="TextBox 10">
            <a:extLst>
              <a:ext uri="{FF2B5EF4-FFF2-40B4-BE49-F238E27FC236}">
                <a16:creationId xmlns:a16="http://schemas.microsoft.com/office/drawing/2014/main" id="{43DAD87B-9DEA-2E2A-0B0E-421BAB6E0924}"/>
              </a:ext>
            </a:extLst>
          </p:cNvPr>
          <p:cNvSpPr txBox="1"/>
          <p:nvPr/>
        </p:nvSpPr>
        <p:spPr>
          <a:xfrm>
            <a:off x="8213903" y="2921901"/>
            <a:ext cx="3911866" cy="3009285"/>
          </a:xfrm>
          <a:prstGeom prst="rect">
            <a:avLst/>
          </a:prstGeom>
          <a:noFill/>
        </p:spPr>
        <p:txBody>
          <a:bodyPr wrap="square">
            <a:spAutoFit/>
          </a:bodyPr>
          <a:lstStyle/>
          <a:p>
            <a:pPr marL="342900" indent="-342900">
              <a:lnSpc>
                <a:spcPct val="150000"/>
              </a:lnSpc>
              <a:spcAft>
                <a:spcPts val="900"/>
              </a:spcAft>
              <a:buFont typeface="Arial" panose="020B0604020202020204" pitchFamily="34" charset="0"/>
              <a:buChar char="•"/>
            </a:pPr>
            <a:r>
              <a:rPr lang="en-IN" sz="1600" dirty="0">
                <a:solidFill>
                  <a:schemeClr val="accent4">
                    <a:lumMod val="20000"/>
                    <a:lumOff val="80000"/>
                  </a:schemeClr>
                </a:solidFill>
                <a:latin typeface="Arial" panose="020B0604020202020204" pitchFamily="34" charset="0"/>
                <a:cs typeface="Arial" panose="020B0604020202020204" pitchFamily="34" charset="0"/>
              </a:rPr>
              <a:t>The ultimate phase of high performance and achievement. By successfully withstanding adversity (enduring) and adapting to new demands (evolving), you ultimately surpass previous limitations, outperform peers, and achieve mastery or market leadership.</a:t>
            </a:r>
          </a:p>
        </p:txBody>
      </p:sp>
      <p:pic>
        <p:nvPicPr>
          <p:cNvPr id="12" name="ymail_attachmentIdbae3d6b3-e1cb-49da-980e-006707d15fad" descr="Photo attachment: IMG-20260828-WA8280.jpg">
            <a:extLst>
              <a:ext uri="{FF2B5EF4-FFF2-40B4-BE49-F238E27FC236}">
                <a16:creationId xmlns:a16="http://schemas.microsoft.com/office/drawing/2014/main" id="{0DE2FB54-6FEC-44BA-2E4E-EFD312AB35B5}"/>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10932000" y="16045"/>
            <a:ext cx="1260000" cy="120645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2">
            <a:extLst>
              <a:ext uri="{FF2B5EF4-FFF2-40B4-BE49-F238E27FC236}">
                <a16:creationId xmlns:a16="http://schemas.microsoft.com/office/drawing/2014/main" id="{B6601B1A-C5CD-CBDA-644B-DB654676C022}"/>
              </a:ext>
            </a:extLst>
          </p:cNvPr>
          <p:cNvPicPr>
            <a:picLocks noChangeAspect="1"/>
          </p:cNvPicPr>
          <p:nvPr/>
        </p:nvPicPr>
        <p:blipFill>
          <a:blip r:embed="rId6"/>
          <a:stretch>
            <a:fillRect/>
          </a:stretch>
        </p:blipFill>
        <p:spPr>
          <a:xfrm>
            <a:off x="9081489" y="1222496"/>
            <a:ext cx="1842303" cy="1357439"/>
          </a:xfrm>
          <a:prstGeom prst="rect">
            <a:avLst/>
          </a:prstGeom>
        </p:spPr>
      </p:pic>
      <p:sp>
        <p:nvSpPr>
          <p:cNvPr id="15" name="TextBox 14">
            <a:extLst>
              <a:ext uri="{FF2B5EF4-FFF2-40B4-BE49-F238E27FC236}">
                <a16:creationId xmlns:a16="http://schemas.microsoft.com/office/drawing/2014/main" id="{ACE428A2-7B93-AD9E-53BC-6C2CD8B5257C}"/>
              </a:ext>
            </a:extLst>
          </p:cNvPr>
          <p:cNvSpPr txBox="1"/>
          <p:nvPr/>
        </p:nvSpPr>
        <p:spPr>
          <a:xfrm>
            <a:off x="9309672" y="6333418"/>
            <a:ext cx="2890535" cy="369332"/>
          </a:xfrm>
          <a:prstGeom prst="rect">
            <a:avLst/>
          </a:prstGeom>
          <a:noFill/>
        </p:spPr>
        <p:txBody>
          <a:bodyPr wrap="none" rtlCol="0">
            <a:spAutoFit/>
          </a:bodyPr>
          <a:lstStyle/>
          <a:p>
            <a:r>
              <a:rPr lang="en-IN" dirty="0">
                <a:solidFill>
                  <a:schemeClr val="bg1"/>
                </a:solidFill>
              </a:rPr>
              <a:t>www.metaendurelabs.com</a:t>
            </a:r>
          </a:p>
        </p:txBody>
      </p:sp>
    </p:spTree>
    <p:extLst>
      <p:ext uri="{BB962C8B-B14F-4D97-AF65-F5344CB8AC3E}">
        <p14:creationId xmlns:p14="http://schemas.microsoft.com/office/powerpoint/2010/main" val="29514849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1F94C-8344-2C88-80E1-9094ACB70D0F}"/>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0904DA70-B6FE-5D8F-4A44-055230120AE0}"/>
              </a:ext>
            </a:extLst>
          </p:cNvPr>
          <p:cNvPicPr>
            <a:picLocks noChangeAspect="1"/>
          </p:cNvPicPr>
          <p:nvPr/>
        </p:nvPicPr>
        <p:blipFill>
          <a:blip r:embed="rId2"/>
          <a:stretch>
            <a:fillRect/>
          </a:stretch>
        </p:blipFill>
        <p:spPr>
          <a:xfrm>
            <a:off x="0" y="-26578"/>
            <a:ext cx="12192000" cy="6884578"/>
          </a:xfrm>
          <a:prstGeom prst="rect">
            <a:avLst/>
          </a:prstGeom>
        </p:spPr>
      </p:pic>
      <p:sp>
        <p:nvSpPr>
          <p:cNvPr id="4" name="TextBox 3">
            <a:extLst>
              <a:ext uri="{FF2B5EF4-FFF2-40B4-BE49-F238E27FC236}">
                <a16:creationId xmlns:a16="http://schemas.microsoft.com/office/drawing/2014/main" id="{08A26B6D-81A9-0D25-8BDC-163CB5E458D6}"/>
              </a:ext>
            </a:extLst>
          </p:cNvPr>
          <p:cNvSpPr txBox="1"/>
          <p:nvPr/>
        </p:nvSpPr>
        <p:spPr>
          <a:xfrm>
            <a:off x="185057" y="1160827"/>
            <a:ext cx="10134601" cy="1938992"/>
          </a:xfrm>
          <a:prstGeom prst="rect">
            <a:avLst/>
          </a:prstGeom>
          <a:noFill/>
        </p:spPr>
        <p:txBody>
          <a:bodyPr wrap="square">
            <a:spAutoFit/>
          </a:bodyPr>
          <a:lstStyle/>
          <a:p>
            <a:pPr fontAlgn="t">
              <a:lnSpc>
                <a:spcPct val="150000"/>
              </a:lnSpc>
              <a:buNone/>
            </a:pPr>
            <a:r>
              <a:rPr lang="en-IN" sz="1600" b="1" i="0" dirty="0">
                <a:solidFill>
                  <a:schemeClr val="accent4">
                    <a:lumMod val="20000"/>
                    <a:lumOff val="80000"/>
                  </a:schemeClr>
                </a:solidFill>
                <a:effectLst/>
                <a:latin typeface="Arial" panose="020B0604020202020204" pitchFamily="34" charset="0"/>
                <a:cs typeface="Arial" panose="020B0604020202020204" pitchFamily="34" charset="0"/>
              </a:rPr>
              <a:t>METAENDURE</a:t>
            </a:r>
            <a:r>
              <a:rPr lang="en-IN" sz="1600" b="0" i="0" dirty="0">
                <a:solidFill>
                  <a:schemeClr val="accent4">
                    <a:lumMod val="20000"/>
                    <a:lumOff val="80000"/>
                  </a:schemeClr>
                </a:solidFill>
                <a:effectLst/>
                <a:latin typeface="Arial" panose="020B0604020202020204" pitchFamily="34" charset="0"/>
                <a:cs typeface="Arial" panose="020B0604020202020204" pitchFamily="34" charset="0"/>
              </a:rPr>
              <a:t> is a combination of two words:</a:t>
            </a:r>
          </a:p>
          <a:p>
            <a:pPr marL="342900" lvl="0" indent="-342900" fontAlgn="t">
              <a:lnSpc>
                <a:spcPct val="150000"/>
              </a:lnSpc>
              <a:buFont typeface="Arial" panose="020B0604020202020204" pitchFamily="34" charset="0"/>
              <a:buChar char="•"/>
            </a:pPr>
            <a:r>
              <a:rPr lang="en-IN" sz="1600" b="1" i="0" dirty="0">
                <a:solidFill>
                  <a:schemeClr val="accent4">
                    <a:lumMod val="20000"/>
                    <a:lumOff val="80000"/>
                  </a:schemeClr>
                </a:solidFill>
                <a:effectLst/>
                <a:latin typeface="Arial" panose="020B0604020202020204" pitchFamily="34" charset="0"/>
                <a:cs typeface="Arial" panose="020B0604020202020204" pitchFamily="34" charset="0"/>
              </a:rPr>
              <a:t>Meta</a:t>
            </a:r>
            <a:r>
              <a:rPr lang="en-IN" sz="1600" b="0" i="0" dirty="0">
                <a:solidFill>
                  <a:schemeClr val="accent4">
                    <a:lumMod val="20000"/>
                    <a:lumOff val="80000"/>
                  </a:schemeClr>
                </a:solidFill>
                <a:effectLst/>
                <a:latin typeface="Arial" panose="020B0604020202020204" pitchFamily="34" charset="0"/>
                <a:cs typeface="Arial" panose="020B0604020202020204" pitchFamily="34" charset="0"/>
              </a:rPr>
              <a:t> = beyond, higher level, transformation, self-improvement, future-focused.</a:t>
            </a:r>
          </a:p>
          <a:p>
            <a:pPr marL="342900" lvl="0" indent="-342900" fontAlgn="t">
              <a:lnSpc>
                <a:spcPct val="150000"/>
              </a:lnSpc>
              <a:buFont typeface="Arial" panose="020B0604020202020204" pitchFamily="34" charset="0"/>
              <a:buChar char="•"/>
            </a:pPr>
            <a:r>
              <a:rPr lang="en-IN" sz="1600" b="1" i="0" dirty="0">
                <a:solidFill>
                  <a:schemeClr val="accent4">
                    <a:lumMod val="20000"/>
                    <a:lumOff val="80000"/>
                  </a:schemeClr>
                </a:solidFill>
                <a:effectLst/>
                <a:latin typeface="Arial" panose="020B0604020202020204" pitchFamily="34" charset="0"/>
                <a:cs typeface="Arial" panose="020B0604020202020204" pitchFamily="34" charset="0"/>
              </a:rPr>
              <a:t>Endure</a:t>
            </a:r>
            <a:r>
              <a:rPr lang="en-IN" sz="1600" b="0" i="0" dirty="0">
                <a:solidFill>
                  <a:schemeClr val="accent4">
                    <a:lumMod val="20000"/>
                    <a:lumOff val="80000"/>
                  </a:schemeClr>
                </a:solidFill>
                <a:effectLst/>
                <a:latin typeface="Arial" panose="020B0604020202020204" pitchFamily="34" charset="0"/>
                <a:cs typeface="Arial" panose="020B0604020202020204" pitchFamily="34" charset="0"/>
              </a:rPr>
              <a:t> = persistence, resilience, stamina, the ability to keep going despite difficulty.</a:t>
            </a:r>
          </a:p>
          <a:p>
            <a:pPr fontAlgn="t">
              <a:lnSpc>
                <a:spcPct val="150000"/>
              </a:lnSpc>
              <a:buNone/>
            </a:pPr>
            <a:r>
              <a:rPr lang="en-IN" sz="1600" b="1" i="0" dirty="0">
                <a:solidFill>
                  <a:schemeClr val="accent4">
                    <a:lumMod val="20000"/>
                    <a:lumOff val="80000"/>
                  </a:schemeClr>
                </a:solidFill>
                <a:effectLst/>
                <a:latin typeface="Arial" panose="020B0604020202020204" pitchFamily="34" charset="0"/>
                <a:cs typeface="Arial" panose="020B0604020202020204" pitchFamily="34" charset="0"/>
              </a:rPr>
              <a:t>Brand Meaning</a:t>
            </a:r>
          </a:p>
          <a:p>
            <a:pPr fontAlgn="t">
              <a:lnSpc>
                <a:spcPct val="150000"/>
              </a:lnSpc>
              <a:buNone/>
            </a:pPr>
            <a:r>
              <a:rPr lang="en-IN" sz="1600" b="1" i="0" dirty="0">
                <a:solidFill>
                  <a:schemeClr val="accent4">
                    <a:lumMod val="20000"/>
                    <a:lumOff val="80000"/>
                  </a:schemeClr>
                </a:solidFill>
                <a:effectLst/>
                <a:latin typeface="Arial" panose="020B0604020202020204" pitchFamily="34" charset="0"/>
                <a:cs typeface="Arial" panose="020B0604020202020204" pitchFamily="34" charset="0"/>
              </a:rPr>
              <a:t>METAENDURE = "Going beyond endurance."</a:t>
            </a:r>
            <a:endParaRPr lang="en-IN" sz="1600" b="0" i="0" dirty="0">
              <a:solidFill>
                <a:schemeClr val="accent4">
                  <a:lumMod val="20000"/>
                  <a:lumOff val="80000"/>
                </a:schemeClr>
              </a:solidFill>
              <a:effectLst/>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8EB91C4E-0770-9D1D-8120-14877100251C}"/>
              </a:ext>
            </a:extLst>
          </p:cNvPr>
          <p:cNvSpPr txBox="1"/>
          <p:nvPr/>
        </p:nvSpPr>
        <p:spPr>
          <a:xfrm>
            <a:off x="185057" y="396133"/>
            <a:ext cx="3129959" cy="446276"/>
          </a:xfrm>
          <a:prstGeom prst="rect">
            <a:avLst/>
          </a:prstGeom>
          <a:noFill/>
        </p:spPr>
        <p:txBody>
          <a:bodyPr wrap="none" rtlCol="0">
            <a:spAutoFit/>
          </a:bodyPr>
          <a:lstStyle/>
          <a:p>
            <a:r>
              <a:rPr lang="en-IN" sz="2300" b="1" dirty="0">
                <a:solidFill>
                  <a:schemeClr val="bg1"/>
                </a:solidFill>
                <a:latin typeface="Arial" panose="020B0604020202020204" pitchFamily="34" charset="0"/>
                <a:cs typeface="Arial" panose="020B0604020202020204" pitchFamily="34" charset="0"/>
              </a:rPr>
              <a:t>METAENDURE</a:t>
            </a:r>
            <a:r>
              <a:rPr lang="en-IN" sz="2300" b="1" dirty="0">
                <a:solidFill>
                  <a:srgbClr val="92D050"/>
                </a:solidFill>
                <a:latin typeface="Arial" panose="020B0604020202020204" pitchFamily="34" charset="0"/>
                <a:cs typeface="Arial" panose="020B0604020202020204" pitchFamily="34" charset="0"/>
              </a:rPr>
              <a:t> </a:t>
            </a:r>
            <a:r>
              <a:rPr lang="en-IN" sz="2300" b="1" dirty="0">
                <a:solidFill>
                  <a:schemeClr val="bg1"/>
                </a:solidFill>
                <a:latin typeface="Arial" panose="020B0604020202020204" pitchFamily="34" charset="0"/>
                <a:cs typeface="Arial" panose="020B0604020202020204" pitchFamily="34" charset="0"/>
              </a:rPr>
              <a:t>LABS</a:t>
            </a:r>
            <a:endParaRPr lang="en-IN" sz="2300" b="1" dirty="0">
              <a:solidFill>
                <a:srgbClr val="92D050"/>
              </a:solidFill>
              <a:latin typeface="Arial" panose="020B0604020202020204" pitchFamily="34" charset="0"/>
              <a:cs typeface="Arial" panose="020B0604020202020204" pitchFamily="34" charset="0"/>
            </a:endParaRPr>
          </a:p>
        </p:txBody>
      </p:sp>
      <p:pic>
        <p:nvPicPr>
          <p:cNvPr id="9" name="ymail_attachmentIdbae3d6b3-e1cb-49da-980e-006707d15fad" descr="Photo attachment: IMG-20260828-WA8280.jpg">
            <a:extLst>
              <a:ext uri="{FF2B5EF4-FFF2-40B4-BE49-F238E27FC236}">
                <a16:creationId xmlns:a16="http://schemas.microsoft.com/office/drawing/2014/main" id="{1672BB45-CD90-57F5-FC61-9643F668054B}"/>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0932000" y="16045"/>
            <a:ext cx="1260000" cy="120645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a:extLst>
              <a:ext uri="{FF2B5EF4-FFF2-40B4-BE49-F238E27FC236}">
                <a16:creationId xmlns:a16="http://schemas.microsoft.com/office/drawing/2014/main" id="{13FD5310-AB65-4EA5-F0F4-8A6B62A6BC14}"/>
              </a:ext>
            </a:extLst>
          </p:cNvPr>
          <p:cNvSpPr txBox="1"/>
          <p:nvPr/>
        </p:nvSpPr>
        <p:spPr>
          <a:xfrm>
            <a:off x="185057" y="3255069"/>
            <a:ext cx="10537372" cy="2632003"/>
          </a:xfrm>
          <a:prstGeom prst="rect">
            <a:avLst/>
          </a:prstGeom>
          <a:noFill/>
        </p:spPr>
        <p:txBody>
          <a:bodyPr wrap="none" rtlCol="0">
            <a:spAutoFit/>
          </a:bodyPr>
          <a:lstStyle/>
          <a:p>
            <a:pPr fontAlgn="t">
              <a:lnSpc>
                <a:spcPct val="150000"/>
              </a:lnSpc>
            </a:pPr>
            <a:r>
              <a:rPr lang="en-IN" sz="1600" dirty="0">
                <a:solidFill>
                  <a:schemeClr val="accent4">
                    <a:lumMod val="20000"/>
                    <a:lumOff val="80000"/>
                  </a:schemeClr>
                </a:solidFill>
                <a:latin typeface="Arial" panose="020B0604020202020204" pitchFamily="34" charset="0"/>
                <a:cs typeface="Arial" panose="020B0604020202020204" pitchFamily="34" charset="0"/>
              </a:rPr>
              <a:t>The </a:t>
            </a:r>
            <a:r>
              <a:rPr lang="en-IN" sz="1600" b="1" dirty="0">
                <a:solidFill>
                  <a:schemeClr val="accent4">
                    <a:lumMod val="20000"/>
                    <a:lumOff val="80000"/>
                  </a:schemeClr>
                </a:solidFill>
                <a:latin typeface="Arial" panose="020B0604020202020204" pitchFamily="34" charset="0"/>
                <a:cs typeface="Arial" panose="020B0604020202020204" pitchFamily="34" charset="0"/>
              </a:rPr>
              <a:t>white part</a:t>
            </a:r>
            <a:r>
              <a:rPr lang="en-IN" sz="1600" dirty="0">
                <a:solidFill>
                  <a:schemeClr val="accent4">
                    <a:lumMod val="20000"/>
                    <a:lumOff val="80000"/>
                  </a:schemeClr>
                </a:solidFill>
                <a:latin typeface="Arial" panose="020B0604020202020204" pitchFamily="34" charset="0"/>
                <a:cs typeface="Arial" panose="020B0604020202020204" pitchFamily="34" charset="0"/>
              </a:rPr>
              <a:t> forms the letter </a:t>
            </a:r>
            <a:r>
              <a:rPr lang="en-IN" sz="1600" b="1" dirty="0">
                <a:solidFill>
                  <a:schemeClr val="accent4">
                    <a:lumMod val="20000"/>
                    <a:lumOff val="80000"/>
                  </a:schemeClr>
                </a:solidFill>
                <a:latin typeface="Arial" panose="020B0604020202020204" pitchFamily="34" charset="0"/>
                <a:cs typeface="Arial" panose="020B0604020202020204" pitchFamily="34" charset="0"/>
              </a:rPr>
              <a:t>M</a:t>
            </a:r>
            <a:r>
              <a:rPr lang="en-IN" sz="1600" dirty="0">
                <a:solidFill>
                  <a:schemeClr val="accent4">
                    <a:lumMod val="20000"/>
                    <a:lumOff val="80000"/>
                  </a:schemeClr>
                </a:solidFill>
                <a:latin typeface="Arial" panose="020B0604020202020204" pitchFamily="34" charset="0"/>
                <a:cs typeface="Arial" panose="020B0604020202020204" pitchFamily="34" charset="0"/>
              </a:rPr>
              <a:t>.</a:t>
            </a:r>
          </a:p>
          <a:p>
            <a:pPr fontAlgn="t">
              <a:lnSpc>
                <a:spcPct val="150000"/>
              </a:lnSpc>
            </a:pPr>
            <a:r>
              <a:rPr lang="en-IN" sz="1600" dirty="0">
                <a:solidFill>
                  <a:schemeClr val="accent4">
                    <a:lumMod val="20000"/>
                    <a:lumOff val="80000"/>
                  </a:schemeClr>
                </a:solidFill>
                <a:latin typeface="Arial" panose="020B0604020202020204" pitchFamily="34" charset="0"/>
                <a:cs typeface="Arial" panose="020B0604020202020204" pitchFamily="34" charset="0"/>
              </a:rPr>
              <a:t>The </a:t>
            </a:r>
            <a:r>
              <a:rPr lang="en-IN" sz="1600" b="1" dirty="0">
                <a:solidFill>
                  <a:schemeClr val="accent4">
                    <a:lumMod val="20000"/>
                    <a:lumOff val="80000"/>
                  </a:schemeClr>
                </a:solidFill>
                <a:latin typeface="Arial" panose="020B0604020202020204" pitchFamily="34" charset="0"/>
                <a:cs typeface="Arial" panose="020B0604020202020204" pitchFamily="34" charset="0"/>
              </a:rPr>
              <a:t>green part</a:t>
            </a:r>
            <a:r>
              <a:rPr lang="en-IN" sz="1600" dirty="0">
                <a:solidFill>
                  <a:schemeClr val="accent4">
                    <a:lumMod val="20000"/>
                    <a:lumOff val="80000"/>
                  </a:schemeClr>
                </a:solidFill>
                <a:latin typeface="Arial" panose="020B0604020202020204" pitchFamily="34" charset="0"/>
                <a:cs typeface="Arial" panose="020B0604020202020204" pitchFamily="34" charset="0"/>
              </a:rPr>
              <a:t> forms the letter </a:t>
            </a:r>
            <a:r>
              <a:rPr lang="en-IN" sz="1600" b="1" dirty="0">
                <a:solidFill>
                  <a:schemeClr val="accent4">
                    <a:lumMod val="20000"/>
                    <a:lumOff val="80000"/>
                  </a:schemeClr>
                </a:solidFill>
                <a:latin typeface="Arial" panose="020B0604020202020204" pitchFamily="34" charset="0"/>
                <a:cs typeface="Arial" panose="020B0604020202020204" pitchFamily="34" charset="0"/>
              </a:rPr>
              <a:t>E</a:t>
            </a:r>
            <a:r>
              <a:rPr lang="en-IN" sz="1600" dirty="0">
                <a:solidFill>
                  <a:schemeClr val="accent4">
                    <a:lumMod val="20000"/>
                    <a:lumOff val="80000"/>
                  </a:schemeClr>
                </a:solidFill>
                <a:latin typeface="Arial" panose="020B0604020202020204" pitchFamily="34" charset="0"/>
                <a:cs typeface="Arial" panose="020B0604020202020204" pitchFamily="34" charset="0"/>
              </a:rPr>
              <a:t>.</a:t>
            </a:r>
          </a:p>
          <a:p>
            <a:pPr marL="285750" indent="-285750" fontAlgn="t">
              <a:lnSpc>
                <a:spcPct val="150000"/>
              </a:lnSpc>
              <a:buFont typeface="Arial" panose="020B0604020202020204" pitchFamily="34" charset="0"/>
              <a:buChar char="•"/>
            </a:pPr>
            <a:r>
              <a:rPr lang="en-IN" sz="1600" b="1" dirty="0">
                <a:solidFill>
                  <a:schemeClr val="accent4">
                    <a:lumMod val="20000"/>
                    <a:lumOff val="80000"/>
                  </a:schemeClr>
                </a:solidFill>
                <a:latin typeface="Arial" panose="020B0604020202020204" pitchFamily="34" charset="0"/>
                <a:cs typeface="Arial" panose="020B0604020202020204" pitchFamily="34" charset="0"/>
              </a:rPr>
              <a:t>M (white)</a:t>
            </a:r>
            <a:r>
              <a:rPr lang="en-IN" sz="1600" dirty="0">
                <a:solidFill>
                  <a:schemeClr val="accent4">
                    <a:lumMod val="20000"/>
                    <a:lumOff val="80000"/>
                  </a:schemeClr>
                </a:solidFill>
                <a:latin typeface="Arial" panose="020B0604020202020204" pitchFamily="34" charset="0"/>
                <a:cs typeface="Arial" panose="020B0604020202020204" pitchFamily="34" charset="0"/>
              </a:rPr>
              <a:t> = clarity, discipline, mindset, performance.</a:t>
            </a:r>
          </a:p>
          <a:p>
            <a:pPr marL="285750" indent="-285750" fontAlgn="t">
              <a:lnSpc>
                <a:spcPct val="150000"/>
              </a:lnSpc>
              <a:buFont typeface="Arial" panose="020B0604020202020204" pitchFamily="34" charset="0"/>
              <a:buChar char="•"/>
            </a:pPr>
            <a:r>
              <a:rPr lang="en-IN" sz="1600" b="1" dirty="0">
                <a:solidFill>
                  <a:schemeClr val="accent4">
                    <a:lumMod val="20000"/>
                    <a:lumOff val="80000"/>
                  </a:schemeClr>
                </a:solidFill>
                <a:latin typeface="Arial" panose="020B0604020202020204" pitchFamily="34" charset="0"/>
                <a:cs typeface="Arial" panose="020B0604020202020204" pitchFamily="34" charset="0"/>
              </a:rPr>
              <a:t>E (green)</a:t>
            </a:r>
            <a:r>
              <a:rPr lang="en-IN" sz="1600" dirty="0">
                <a:solidFill>
                  <a:schemeClr val="accent4">
                    <a:lumMod val="20000"/>
                    <a:lumOff val="80000"/>
                  </a:schemeClr>
                </a:solidFill>
                <a:latin typeface="Arial" panose="020B0604020202020204" pitchFamily="34" charset="0"/>
                <a:cs typeface="Arial" panose="020B0604020202020204" pitchFamily="34" charset="0"/>
              </a:rPr>
              <a:t> = energy, endurance, growth, evolution.</a:t>
            </a:r>
          </a:p>
          <a:p>
            <a:pPr fontAlgn="t">
              <a:lnSpc>
                <a:spcPct val="150000"/>
              </a:lnSpc>
            </a:pPr>
            <a:r>
              <a:rPr lang="en-IN" sz="1600" dirty="0">
                <a:solidFill>
                  <a:schemeClr val="accent4">
                    <a:lumMod val="20000"/>
                    <a:lumOff val="80000"/>
                  </a:schemeClr>
                </a:solidFill>
                <a:latin typeface="Arial" panose="020B0604020202020204" pitchFamily="34" charset="0"/>
                <a:cs typeface="Arial" panose="020B0604020202020204" pitchFamily="34" charset="0"/>
              </a:rPr>
              <a:t>Together which stands for </a:t>
            </a:r>
            <a:r>
              <a:rPr lang="en-IN" sz="1600" b="1" dirty="0">
                <a:solidFill>
                  <a:schemeClr val="accent4">
                    <a:lumMod val="20000"/>
                    <a:lumOff val="80000"/>
                  </a:schemeClr>
                </a:solidFill>
                <a:latin typeface="Arial" panose="020B0604020202020204" pitchFamily="34" charset="0"/>
                <a:cs typeface="Arial" panose="020B0604020202020204" pitchFamily="34" charset="0"/>
              </a:rPr>
              <a:t>METAENDURE</a:t>
            </a:r>
            <a:r>
              <a:rPr lang="en-IN" sz="1600" dirty="0">
                <a:solidFill>
                  <a:schemeClr val="accent4">
                    <a:lumMod val="20000"/>
                    <a:lumOff val="80000"/>
                  </a:schemeClr>
                </a:solidFill>
                <a:latin typeface="Arial" panose="020B0604020202020204" pitchFamily="34" charset="0"/>
                <a:cs typeface="Arial" panose="020B0604020202020204" pitchFamily="34" charset="0"/>
              </a:rPr>
              <a:t>.</a:t>
            </a:r>
          </a:p>
          <a:p>
            <a:pPr fontAlgn="t">
              <a:lnSpc>
                <a:spcPct val="150000"/>
              </a:lnSpc>
            </a:pPr>
            <a:r>
              <a:rPr lang="en-IN" sz="1600" dirty="0">
                <a:solidFill>
                  <a:schemeClr val="accent4">
                    <a:lumMod val="20000"/>
                    <a:lumOff val="80000"/>
                  </a:schemeClr>
                </a:solidFill>
                <a:latin typeface="Arial" panose="020B0604020202020204" pitchFamily="34" charset="0"/>
                <a:cs typeface="Arial" panose="020B0604020202020204" pitchFamily="34" charset="0"/>
              </a:rPr>
              <a:t>The connected shape suggests </a:t>
            </a:r>
            <a:r>
              <a:rPr lang="en-IN" sz="1600" b="1" dirty="0">
                <a:solidFill>
                  <a:schemeClr val="accent4">
                    <a:lumMod val="20000"/>
                    <a:lumOff val="80000"/>
                  </a:schemeClr>
                </a:solidFill>
                <a:latin typeface="Arial" panose="020B0604020202020204" pitchFamily="34" charset="0"/>
                <a:cs typeface="Arial" panose="020B0604020202020204" pitchFamily="34" charset="0"/>
              </a:rPr>
              <a:t>forward movement and progression</a:t>
            </a:r>
            <a:r>
              <a:rPr lang="en-IN" sz="1600" dirty="0">
                <a:solidFill>
                  <a:schemeClr val="accent4">
                    <a:lumMod val="20000"/>
                    <a:lumOff val="80000"/>
                  </a:schemeClr>
                </a:solidFill>
                <a:latin typeface="Arial" panose="020B0604020202020204" pitchFamily="34" charset="0"/>
                <a:cs typeface="Arial" panose="020B0604020202020204" pitchFamily="34" charset="0"/>
              </a:rPr>
              <a:t>, fitting the idea of "Outlast Your Yesterday."</a:t>
            </a:r>
          </a:p>
          <a:p>
            <a:pPr>
              <a:lnSpc>
                <a:spcPct val="150000"/>
              </a:lnSpc>
            </a:pPr>
            <a:endParaRPr lang="en-IN" sz="1600" dirty="0">
              <a:solidFill>
                <a:schemeClr val="accent4">
                  <a:lumMod val="20000"/>
                  <a:lumOff val="80000"/>
                </a:schemeClr>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4C98642D-4434-4655-DA5C-55AC8371E802}"/>
              </a:ext>
            </a:extLst>
          </p:cNvPr>
          <p:cNvSpPr txBox="1"/>
          <p:nvPr/>
        </p:nvSpPr>
        <p:spPr>
          <a:xfrm>
            <a:off x="9309672" y="6333418"/>
            <a:ext cx="2882328" cy="369332"/>
          </a:xfrm>
          <a:prstGeom prst="rect">
            <a:avLst/>
          </a:prstGeom>
          <a:noFill/>
        </p:spPr>
        <p:txBody>
          <a:bodyPr wrap="none" rtlCol="0">
            <a:spAutoFit/>
          </a:bodyPr>
          <a:lstStyle/>
          <a:p>
            <a:r>
              <a:rPr lang="en-IN" dirty="0">
                <a:solidFill>
                  <a:schemeClr val="bg1"/>
                </a:solidFill>
              </a:rPr>
              <a:t>www.metaendurelabs.com</a:t>
            </a:r>
          </a:p>
        </p:txBody>
      </p:sp>
    </p:spTree>
    <p:extLst>
      <p:ext uri="{BB962C8B-B14F-4D97-AF65-F5344CB8AC3E}">
        <p14:creationId xmlns:p14="http://schemas.microsoft.com/office/powerpoint/2010/main" val="24510783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94A50-4513-8A31-925E-1AEA4D043B1B}"/>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C0EDD9E7-0B80-7EEE-ECC2-184C3DB0123F}"/>
              </a:ext>
            </a:extLst>
          </p:cNvPr>
          <p:cNvPicPr>
            <a:picLocks noChangeAspect="1"/>
          </p:cNvPicPr>
          <p:nvPr/>
        </p:nvPicPr>
        <p:blipFill>
          <a:blip r:embed="rId2"/>
          <a:stretch>
            <a:fillRect/>
          </a:stretch>
        </p:blipFill>
        <p:spPr>
          <a:xfrm>
            <a:off x="0" y="-26578"/>
            <a:ext cx="12192000" cy="6884578"/>
          </a:xfrm>
          <a:prstGeom prst="rect">
            <a:avLst/>
          </a:prstGeom>
        </p:spPr>
      </p:pic>
      <p:sp>
        <p:nvSpPr>
          <p:cNvPr id="4" name="TextBox 3">
            <a:extLst>
              <a:ext uri="{FF2B5EF4-FFF2-40B4-BE49-F238E27FC236}">
                <a16:creationId xmlns:a16="http://schemas.microsoft.com/office/drawing/2014/main" id="{4A75D8E1-344F-419D-9CB3-7F09EAFF8BA8}"/>
              </a:ext>
            </a:extLst>
          </p:cNvPr>
          <p:cNvSpPr txBox="1"/>
          <p:nvPr/>
        </p:nvSpPr>
        <p:spPr>
          <a:xfrm>
            <a:off x="185057" y="396133"/>
            <a:ext cx="5521640" cy="446276"/>
          </a:xfrm>
          <a:prstGeom prst="rect">
            <a:avLst/>
          </a:prstGeom>
          <a:noFill/>
        </p:spPr>
        <p:txBody>
          <a:bodyPr wrap="none" rtlCol="0">
            <a:spAutoFit/>
          </a:bodyPr>
          <a:lstStyle/>
          <a:p>
            <a:r>
              <a:rPr lang="en-IN" sz="2300" b="1" dirty="0">
                <a:solidFill>
                  <a:schemeClr val="bg1"/>
                </a:solidFill>
                <a:latin typeface="Arial" panose="020B0604020202020204" pitchFamily="34" charset="0"/>
                <a:cs typeface="Arial" panose="020B0604020202020204" pitchFamily="34" charset="0"/>
              </a:rPr>
              <a:t>METAENDURE</a:t>
            </a:r>
            <a:r>
              <a:rPr lang="en-IN" sz="2300" b="1" dirty="0">
                <a:solidFill>
                  <a:srgbClr val="92D050"/>
                </a:solidFill>
                <a:latin typeface="Arial" panose="020B0604020202020204" pitchFamily="34" charset="0"/>
                <a:cs typeface="Arial" panose="020B0604020202020204" pitchFamily="34" charset="0"/>
              </a:rPr>
              <a:t> </a:t>
            </a:r>
            <a:r>
              <a:rPr lang="en-IN" sz="2300" b="1" dirty="0">
                <a:solidFill>
                  <a:schemeClr val="bg1"/>
                </a:solidFill>
                <a:latin typeface="Arial" panose="020B0604020202020204" pitchFamily="34" charset="0"/>
                <a:cs typeface="Arial" panose="020B0604020202020204" pitchFamily="34" charset="0"/>
              </a:rPr>
              <a:t>LABS – </a:t>
            </a:r>
            <a:r>
              <a:rPr lang="en-IN" sz="2300" b="1" dirty="0">
                <a:solidFill>
                  <a:srgbClr val="92D050"/>
                </a:solidFill>
                <a:latin typeface="Arial" panose="020B0604020202020204" pitchFamily="34" charset="0"/>
                <a:cs typeface="Arial" panose="020B0604020202020204" pitchFamily="34" charset="0"/>
              </a:rPr>
              <a:t>FRAME WORK</a:t>
            </a:r>
          </a:p>
        </p:txBody>
      </p:sp>
      <p:sp>
        <p:nvSpPr>
          <p:cNvPr id="6" name="TextBox 5">
            <a:extLst>
              <a:ext uri="{FF2B5EF4-FFF2-40B4-BE49-F238E27FC236}">
                <a16:creationId xmlns:a16="http://schemas.microsoft.com/office/drawing/2014/main" id="{37E31723-895C-C765-0BE4-F39B3AEF93A0}"/>
              </a:ext>
            </a:extLst>
          </p:cNvPr>
          <p:cNvSpPr txBox="1"/>
          <p:nvPr/>
        </p:nvSpPr>
        <p:spPr>
          <a:xfrm>
            <a:off x="185057" y="1222496"/>
            <a:ext cx="5747086" cy="5816977"/>
          </a:xfrm>
          <a:prstGeom prst="rect">
            <a:avLst/>
          </a:prstGeom>
          <a:noFill/>
        </p:spPr>
        <p:txBody>
          <a:bodyPr wrap="none" rtlCol="0">
            <a:spAutoFit/>
          </a:bodyPr>
          <a:lstStyle/>
          <a:p>
            <a:pPr fontAlgn="t"/>
            <a:r>
              <a:rPr lang="en-IN" b="1" dirty="0">
                <a:solidFill>
                  <a:schemeClr val="accent4">
                    <a:lumMod val="20000"/>
                    <a:lumOff val="80000"/>
                  </a:schemeClr>
                </a:solidFill>
                <a:latin typeface="Arial" panose="020B0604020202020204" pitchFamily="34" charset="0"/>
                <a:cs typeface="Arial" panose="020B0604020202020204" pitchFamily="34" charset="0"/>
              </a:rPr>
              <a:t>E = Endurance</a:t>
            </a:r>
          </a:p>
          <a:p>
            <a:pPr fontAlgn="t"/>
            <a:r>
              <a:rPr lang="en-IN" sz="1600" dirty="0">
                <a:solidFill>
                  <a:schemeClr val="accent4">
                    <a:lumMod val="20000"/>
                    <a:lumOff val="80000"/>
                  </a:schemeClr>
                </a:solidFill>
                <a:latin typeface="Arial" panose="020B0604020202020204" pitchFamily="34" charset="0"/>
                <a:cs typeface="Arial" panose="020B0604020202020204" pitchFamily="34" charset="0"/>
              </a:rPr>
              <a:t>The ability to keep going when others stop.</a:t>
            </a:r>
          </a:p>
          <a:p>
            <a:pPr fontAlgn="t"/>
            <a:r>
              <a:rPr lang="en-IN" sz="1600" dirty="0">
                <a:solidFill>
                  <a:schemeClr val="accent4">
                    <a:lumMod val="20000"/>
                    <a:lumOff val="80000"/>
                  </a:schemeClr>
                </a:solidFill>
                <a:latin typeface="Arial" panose="020B0604020202020204" pitchFamily="34" charset="0"/>
                <a:cs typeface="Arial" panose="020B0604020202020204" pitchFamily="34" charset="0"/>
              </a:rPr>
              <a:t>Physical stamina</a:t>
            </a:r>
          </a:p>
          <a:p>
            <a:pPr fontAlgn="t"/>
            <a:r>
              <a:rPr lang="en-IN" sz="1600" dirty="0">
                <a:solidFill>
                  <a:schemeClr val="accent4">
                    <a:lumMod val="20000"/>
                    <a:lumOff val="80000"/>
                  </a:schemeClr>
                </a:solidFill>
                <a:latin typeface="Arial" panose="020B0604020202020204" pitchFamily="34" charset="0"/>
                <a:cs typeface="Arial" panose="020B0604020202020204" pitchFamily="34" charset="0"/>
              </a:rPr>
              <a:t>Recovery</a:t>
            </a:r>
          </a:p>
          <a:p>
            <a:pPr fontAlgn="t"/>
            <a:r>
              <a:rPr lang="en-IN" sz="1600" dirty="0">
                <a:solidFill>
                  <a:schemeClr val="accent4">
                    <a:lumMod val="20000"/>
                    <a:lumOff val="80000"/>
                  </a:schemeClr>
                </a:solidFill>
                <a:latin typeface="Arial" panose="020B0604020202020204" pitchFamily="34" charset="0"/>
                <a:cs typeface="Arial" panose="020B0604020202020204" pitchFamily="34" charset="0"/>
              </a:rPr>
              <a:t>Consistency</a:t>
            </a:r>
          </a:p>
          <a:p>
            <a:pPr fontAlgn="t"/>
            <a:r>
              <a:rPr lang="en-IN" sz="1600" dirty="0">
                <a:solidFill>
                  <a:schemeClr val="accent4">
                    <a:lumMod val="20000"/>
                    <a:lumOff val="80000"/>
                  </a:schemeClr>
                </a:solidFill>
                <a:latin typeface="Arial" panose="020B0604020202020204" pitchFamily="34" charset="0"/>
                <a:cs typeface="Arial" panose="020B0604020202020204" pitchFamily="34" charset="0"/>
              </a:rPr>
              <a:t>Long-term discipline</a:t>
            </a:r>
          </a:p>
          <a:p>
            <a:pPr fontAlgn="t"/>
            <a:endParaRPr lang="en-IN" sz="1600" dirty="0">
              <a:solidFill>
                <a:schemeClr val="accent4">
                  <a:lumMod val="20000"/>
                  <a:lumOff val="80000"/>
                </a:schemeClr>
              </a:solidFill>
              <a:latin typeface="Arial" panose="020B0604020202020204" pitchFamily="34" charset="0"/>
              <a:cs typeface="Arial" panose="020B0604020202020204" pitchFamily="34" charset="0"/>
            </a:endParaRPr>
          </a:p>
          <a:p>
            <a:pPr fontAlgn="t"/>
            <a:r>
              <a:rPr lang="en-IN" sz="1600" b="1" dirty="0">
                <a:solidFill>
                  <a:schemeClr val="accent4">
                    <a:lumMod val="20000"/>
                    <a:lumOff val="80000"/>
                  </a:schemeClr>
                </a:solidFill>
                <a:latin typeface="Arial" panose="020B0604020202020204" pitchFamily="34" charset="0"/>
                <a:cs typeface="Arial" panose="020B0604020202020204" pitchFamily="34" charset="0"/>
              </a:rPr>
              <a:t>Brand Message</a:t>
            </a:r>
            <a:endParaRPr lang="en-IN" sz="1600" dirty="0">
              <a:solidFill>
                <a:schemeClr val="accent4">
                  <a:lumMod val="20000"/>
                  <a:lumOff val="80000"/>
                </a:schemeClr>
              </a:solidFill>
              <a:latin typeface="Arial" panose="020B0604020202020204" pitchFamily="34" charset="0"/>
              <a:cs typeface="Arial" panose="020B0604020202020204" pitchFamily="34" charset="0"/>
            </a:endParaRPr>
          </a:p>
          <a:p>
            <a:pPr fontAlgn="t"/>
            <a:r>
              <a:rPr lang="en-IN" sz="1600" dirty="0">
                <a:solidFill>
                  <a:schemeClr val="accent4">
                    <a:lumMod val="20000"/>
                    <a:lumOff val="80000"/>
                  </a:schemeClr>
                </a:solidFill>
                <a:latin typeface="Arial" panose="020B0604020202020204" pitchFamily="34" charset="0"/>
                <a:cs typeface="Arial" panose="020B0604020202020204" pitchFamily="34" charset="0"/>
              </a:rPr>
              <a:t>Endurance is not about speed. It's about staying in the game.</a:t>
            </a:r>
          </a:p>
          <a:p>
            <a:pPr fontAlgn="t"/>
            <a:br>
              <a:rPr lang="en-IN" sz="1600" dirty="0">
                <a:solidFill>
                  <a:schemeClr val="accent4">
                    <a:lumMod val="20000"/>
                    <a:lumOff val="80000"/>
                  </a:schemeClr>
                </a:solidFill>
                <a:latin typeface="Arial" panose="020B0604020202020204" pitchFamily="34" charset="0"/>
                <a:cs typeface="Arial" panose="020B0604020202020204" pitchFamily="34" charset="0"/>
              </a:rPr>
            </a:br>
            <a:endParaRPr lang="en-IN" sz="1600" dirty="0">
              <a:solidFill>
                <a:schemeClr val="accent4">
                  <a:lumMod val="20000"/>
                  <a:lumOff val="80000"/>
                </a:schemeClr>
              </a:solidFill>
              <a:latin typeface="Arial" panose="020B0604020202020204" pitchFamily="34" charset="0"/>
              <a:cs typeface="Arial" panose="020B0604020202020204" pitchFamily="34" charset="0"/>
            </a:endParaRPr>
          </a:p>
          <a:p>
            <a:pPr fontAlgn="t"/>
            <a:r>
              <a:rPr lang="en-IN" b="1" dirty="0">
                <a:solidFill>
                  <a:schemeClr val="accent4">
                    <a:lumMod val="20000"/>
                    <a:lumOff val="80000"/>
                  </a:schemeClr>
                </a:solidFill>
                <a:latin typeface="Arial" panose="020B0604020202020204" pitchFamily="34" charset="0"/>
                <a:cs typeface="Arial" panose="020B0604020202020204" pitchFamily="34" charset="0"/>
              </a:rPr>
              <a:t>M = Mindset</a:t>
            </a:r>
          </a:p>
          <a:p>
            <a:pPr fontAlgn="t"/>
            <a:r>
              <a:rPr lang="en-IN" sz="1600" dirty="0">
                <a:solidFill>
                  <a:schemeClr val="accent4">
                    <a:lumMod val="20000"/>
                    <a:lumOff val="80000"/>
                  </a:schemeClr>
                </a:solidFill>
                <a:latin typeface="Arial" panose="020B0604020202020204" pitchFamily="34" charset="0"/>
                <a:cs typeface="Arial" panose="020B0604020202020204" pitchFamily="34" charset="0"/>
              </a:rPr>
              <a:t>The engine behind endurance.</a:t>
            </a:r>
          </a:p>
          <a:p>
            <a:pPr fontAlgn="t"/>
            <a:r>
              <a:rPr lang="en-IN" sz="1600" dirty="0">
                <a:solidFill>
                  <a:schemeClr val="accent4">
                    <a:lumMod val="20000"/>
                    <a:lumOff val="80000"/>
                  </a:schemeClr>
                </a:solidFill>
                <a:latin typeface="Arial" panose="020B0604020202020204" pitchFamily="34" charset="0"/>
                <a:cs typeface="Arial" panose="020B0604020202020204" pitchFamily="34" charset="0"/>
              </a:rPr>
              <a:t>Mental resilience</a:t>
            </a:r>
          </a:p>
          <a:p>
            <a:pPr fontAlgn="t"/>
            <a:r>
              <a:rPr lang="en-IN" sz="1600" dirty="0">
                <a:solidFill>
                  <a:schemeClr val="accent4">
                    <a:lumMod val="20000"/>
                    <a:lumOff val="80000"/>
                  </a:schemeClr>
                </a:solidFill>
                <a:latin typeface="Arial" panose="020B0604020202020204" pitchFamily="34" charset="0"/>
                <a:cs typeface="Arial" panose="020B0604020202020204" pitchFamily="34" charset="0"/>
              </a:rPr>
              <a:t>Focus</a:t>
            </a:r>
          </a:p>
          <a:p>
            <a:pPr fontAlgn="t"/>
            <a:r>
              <a:rPr lang="en-IN" sz="1600" dirty="0">
                <a:solidFill>
                  <a:schemeClr val="accent4">
                    <a:lumMod val="20000"/>
                    <a:lumOff val="80000"/>
                  </a:schemeClr>
                </a:solidFill>
                <a:latin typeface="Arial" panose="020B0604020202020204" pitchFamily="34" charset="0"/>
                <a:cs typeface="Arial" panose="020B0604020202020204" pitchFamily="34" charset="0"/>
              </a:rPr>
              <a:t>Self-belief</a:t>
            </a:r>
          </a:p>
          <a:p>
            <a:pPr fontAlgn="t"/>
            <a:r>
              <a:rPr lang="en-IN" sz="1600" dirty="0">
                <a:solidFill>
                  <a:schemeClr val="accent4">
                    <a:lumMod val="20000"/>
                    <a:lumOff val="80000"/>
                  </a:schemeClr>
                </a:solidFill>
                <a:latin typeface="Arial" panose="020B0604020202020204" pitchFamily="34" charset="0"/>
                <a:cs typeface="Arial" panose="020B0604020202020204" pitchFamily="34" charset="0"/>
              </a:rPr>
              <a:t>Grit</a:t>
            </a:r>
          </a:p>
          <a:p>
            <a:pPr fontAlgn="t"/>
            <a:endParaRPr lang="en-IN" sz="1600" dirty="0">
              <a:solidFill>
                <a:schemeClr val="accent4">
                  <a:lumMod val="20000"/>
                  <a:lumOff val="80000"/>
                </a:schemeClr>
              </a:solidFill>
              <a:latin typeface="Arial" panose="020B0604020202020204" pitchFamily="34" charset="0"/>
              <a:cs typeface="Arial" panose="020B0604020202020204" pitchFamily="34" charset="0"/>
            </a:endParaRPr>
          </a:p>
          <a:p>
            <a:pPr fontAlgn="t"/>
            <a:r>
              <a:rPr lang="en-IN" sz="1600" b="1" dirty="0">
                <a:solidFill>
                  <a:schemeClr val="accent4">
                    <a:lumMod val="20000"/>
                    <a:lumOff val="80000"/>
                  </a:schemeClr>
                </a:solidFill>
                <a:latin typeface="Arial" panose="020B0604020202020204" pitchFamily="34" charset="0"/>
                <a:cs typeface="Arial" panose="020B0604020202020204" pitchFamily="34" charset="0"/>
              </a:rPr>
              <a:t>Brand Message</a:t>
            </a:r>
            <a:endParaRPr lang="en-IN" sz="1600" dirty="0">
              <a:solidFill>
                <a:schemeClr val="accent4">
                  <a:lumMod val="20000"/>
                  <a:lumOff val="80000"/>
                </a:schemeClr>
              </a:solidFill>
              <a:latin typeface="Arial" panose="020B0604020202020204" pitchFamily="34" charset="0"/>
              <a:cs typeface="Arial" panose="020B0604020202020204" pitchFamily="34" charset="0"/>
            </a:endParaRPr>
          </a:p>
          <a:p>
            <a:pPr fontAlgn="t"/>
            <a:r>
              <a:rPr lang="en-IN" sz="1600" dirty="0">
                <a:solidFill>
                  <a:schemeClr val="accent4">
                    <a:lumMod val="20000"/>
                    <a:lumOff val="80000"/>
                  </a:schemeClr>
                </a:solidFill>
                <a:latin typeface="Arial" panose="020B0604020202020204" pitchFamily="34" charset="0"/>
                <a:cs typeface="Arial" panose="020B0604020202020204" pitchFamily="34" charset="0"/>
              </a:rPr>
              <a:t>The body follows where the mind leads.</a:t>
            </a:r>
          </a:p>
          <a:p>
            <a:pPr fontAlgn="t"/>
            <a:br>
              <a:rPr lang="en-IN" sz="1600" dirty="0">
                <a:solidFill>
                  <a:schemeClr val="accent4">
                    <a:lumMod val="20000"/>
                    <a:lumOff val="80000"/>
                  </a:schemeClr>
                </a:solidFill>
                <a:latin typeface="Arial" panose="020B0604020202020204" pitchFamily="34" charset="0"/>
                <a:cs typeface="Arial" panose="020B0604020202020204" pitchFamily="34" charset="0"/>
              </a:rPr>
            </a:br>
            <a:endParaRPr lang="en-IN" sz="1600" dirty="0">
              <a:solidFill>
                <a:schemeClr val="accent4">
                  <a:lumMod val="20000"/>
                  <a:lumOff val="80000"/>
                </a:schemeClr>
              </a:solidFill>
              <a:latin typeface="Arial" panose="020B0604020202020204" pitchFamily="34" charset="0"/>
              <a:cs typeface="Arial" panose="020B0604020202020204" pitchFamily="34" charset="0"/>
            </a:endParaRPr>
          </a:p>
          <a:p>
            <a:endParaRPr lang="en-IN" sz="1600" dirty="0">
              <a:solidFill>
                <a:schemeClr val="accent4">
                  <a:lumMod val="20000"/>
                  <a:lumOff val="80000"/>
                </a:schemeClr>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CA9D335B-7785-7F4F-FC96-0508DE5E81E6}"/>
              </a:ext>
            </a:extLst>
          </p:cNvPr>
          <p:cNvSpPr txBox="1"/>
          <p:nvPr/>
        </p:nvSpPr>
        <p:spPr>
          <a:xfrm>
            <a:off x="6281057" y="1222495"/>
            <a:ext cx="6096000" cy="5816977"/>
          </a:xfrm>
          <a:prstGeom prst="rect">
            <a:avLst/>
          </a:prstGeom>
          <a:noFill/>
        </p:spPr>
        <p:txBody>
          <a:bodyPr wrap="square">
            <a:spAutoFit/>
          </a:bodyPr>
          <a:lstStyle/>
          <a:p>
            <a:pPr fontAlgn="t"/>
            <a:r>
              <a:rPr lang="en-IN" b="1" dirty="0">
                <a:solidFill>
                  <a:schemeClr val="accent4">
                    <a:lumMod val="20000"/>
                    <a:lumOff val="80000"/>
                  </a:schemeClr>
                </a:solidFill>
                <a:latin typeface="Arial" panose="020B0604020202020204" pitchFamily="34" charset="0"/>
                <a:cs typeface="Arial" panose="020B0604020202020204" pitchFamily="34" charset="0"/>
              </a:rPr>
              <a:t>S = Science</a:t>
            </a:r>
            <a:endParaRPr lang="en-IN" dirty="0">
              <a:solidFill>
                <a:schemeClr val="accent4">
                  <a:lumMod val="20000"/>
                  <a:lumOff val="80000"/>
                </a:schemeClr>
              </a:solidFill>
              <a:latin typeface="Arial" panose="020B0604020202020204" pitchFamily="34" charset="0"/>
              <a:cs typeface="Arial" panose="020B0604020202020204" pitchFamily="34" charset="0"/>
            </a:endParaRPr>
          </a:p>
          <a:p>
            <a:pPr fontAlgn="t"/>
            <a:r>
              <a:rPr lang="en-IN" sz="1600" dirty="0">
                <a:solidFill>
                  <a:schemeClr val="accent4">
                    <a:lumMod val="20000"/>
                    <a:lumOff val="80000"/>
                  </a:schemeClr>
                </a:solidFill>
                <a:latin typeface="Arial" panose="020B0604020202020204" pitchFamily="34" charset="0"/>
                <a:cs typeface="Arial" panose="020B0604020202020204" pitchFamily="34" charset="0"/>
              </a:rPr>
              <a:t>The differentiator.</a:t>
            </a:r>
          </a:p>
          <a:p>
            <a:pPr fontAlgn="t"/>
            <a:r>
              <a:rPr lang="en-IN" sz="1600" dirty="0">
                <a:solidFill>
                  <a:schemeClr val="accent4">
                    <a:lumMod val="20000"/>
                    <a:lumOff val="80000"/>
                  </a:schemeClr>
                </a:solidFill>
                <a:latin typeface="Arial" panose="020B0604020202020204" pitchFamily="34" charset="0"/>
                <a:cs typeface="Arial" panose="020B0604020202020204" pitchFamily="34" charset="0"/>
              </a:rPr>
              <a:t>Data-driven training</a:t>
            </a:r>
          </a:p>
          <a:p>
            <a:pPr fontAlgn="t"/>
            <a:r>
              <a:rPr lang="en-IN" sz="1600" dirty="0">
                <a:solidFill>
                  <a:schemeClr val="accent4">
                    <a:lumMod val="20000"/>
                    <a:lumOff val="80000"/>
                  </a:schemeClr>
                </a:solidFill>
                <a:latin typeface="Arial" panose="020B0604020202020204" pitchFamily="34" charset="0"/>
                <a:cs typeface="Arial" panose="020B0604020202020204" pitchFamily="34" charset="0"/>
              </a:rPr>
              <a:t>Sports science</a:t>
            </a:r>
          </a:p>
          <a:p>
            <a:pPr fontAlgn="t"/>
            <a:r>
              <a:rPr lang="en-IN" sz="1600" dirty="0">
                <a:solidFill>
                  <a:schemeClr val="accent4">
                    <a:lumMod val="20000"/>
                    <a:lumOff val="80000"/>
                  </a:schemeClr>
                </a:solidFill>
                <a:latin typeface="Arial" panose="020B0604020202020204" pitchFamily="34" charset="0"/>
                <a:cs typeface="Arial" panose="020B0604020202020204" pitchFamily="34" charset="0"/>
              </a:rPr>
              <a:t>Biometrics</a:t>
            </a:r>
          </a:p>
          <a:p>
            <a:pPr fontAlgn="t"/>
            <a:r>
              <a:rPr lang="en-IN" sz="1600" dirty="0">
                <a:solidFill>
                  <a:schemeClr val="accent4">
                    <a:lumMod val="20000"/>
                    <a:lumOff val="80000"/>
                  </a:schemeClr>
                </a:solidFill>
                <a:latin typeface="Arial" panose="020B0604020202020204" pitchFamily="34" charset="0"/>
                <a:cs typeface="Arial" panose="020B0604020202020204" pitchFamily="34" charset="0"/>
              </a:rPr>
              <a:t>Performance testing</a:t>
            </a:r>
          </a:p>
          <a:p>
            <a:pPr fontAlgn="t"/>
            <a:r>
              <a:rPr lang="en-IN" sz="1600" dirty="0">
                <a:solidFill>
                  <a:schemeClr val="accent4">
                    <a:lumMod val="20000"/>
                    <a:lumOff val="80000"/>
                  </a:schemeClr>
                </a:solidFill>
                <a:latin typeface="Arial" panose="020B0604020202020204" pitchFamily="34" charset="0"/>
                <a:cs typeface="Arial" panose="020B0604020202020204" pitchFamily="34" charset="0"/>
              </a:rPr>
              <a:t>Evidence-based coaching</a:t>
            </a:r>
          </a:p>
          <a:p>
            <a:pPr fontAlgn="t"/>
            <a:endParaRPr lang="en-IN" sz="1600" dirty="0">
              <a:solidFill>
                <a:schemeClr val="accent4">
                  <a:lumMod val="20000"/>
                  <a:lumOff val="80000"/>
                </a:schemeClr>
              </a:solidFill>
              <a:latin typeface="Arial" panose="020B0604020202020204" pitchFamily="34" charset="0"/>
              <a:cs typeface="Arial" panose="020B0604020202020204" pitchFamily="34" charset="0"/>
            </a:endParaRPr>
          </a:p>
          <a:p>
            <a:pPr fontAlgn="t"/>
            <a:r>
              <a:rPr lang="en-IN" sz="1600" b="1" dirty="0">
                <a:solidFill>
                  <a:schemeClr val="accent4">
                    <a:lumMod val="20000"/>
                    <a:lumOff val="80000"/>
                  </a:schemeClr>
                </a:solidFill>
                <a:latin typeface="Arial" panose="020B0604020202020204" pitchFamily="34" charset="0"/>
                <a:cs typeface="Arial" panose="020B0604020202020204" pitchFamily="34" charset="0"/>
              </a:rPr>
              <a:t>Brand Message</a:t>
            </a:r>
            <a:endParaRPr lang="en-IN" sz="1600" dirty="0">
              <a:solidFill>
                <a:schemeClr val="accent4">
                  <a:lumMod val="20000"/>
                  <a:lumOff val="80000"/>
                </a:schemeClr>
              </a:solidFill>
              <a:latin typeface="Arial" panose="020B0604020202020204" pitchFamily="34" charset="0"/>
              <a:cs typeface="Arial" panose="020B0604020202020204" pitchFamily="34" charset="0"/>
            </a:endParaRPr>
          </a:p>
          <a:p>
            <a:pPr fontAlgn="t"/>
            <a:r>
              <a:rPr lang="en-IN" sz="1600" dirty="0">
                <a:solidFill>
                  <a:schemeClr val="accent4">
                    <a:lumMod val="20000"/>
                    <a:lumOff val="80000"/>
                  </a:schemeClr>
                </a:solidFill>
                <a:latin typeface="Arial" panose="020B0604020202020204" pitchFamily="34" charset="0"/>
                <a:cs typeface="Arial" panose="020B0604020202020204" pitchFamily="34" charset="0"/>
              </a:rPr>
              <a:t>We don't guess. We measure.</a:t>
            </a:r>
          </a:p>
          <a:p>
            <a:pPr fontAlgn="t"/>
            <a:br>
              <a:rPr lang="en-IN" sz="1600" dirty="0">
                <a:solidFill>
                  <a:schemeClr val="accent4">
                    <a:lumMod val="20000"/>
                    <a:lumOff val="80000"/>
                  </a:schemeClr>
                </a:solidFill>
                <a:latin typeface="Arial" panose="020B0604020202020204" pitchFamily="34" charset="0"/>
                <a:cs typeface="Arial" panose="020B0604020202020204" pitchFamily="34" charset="0"/>
              </a:rPr>
            </a:br>
            <a:r>
              <a:rPr lang="en-IN" b="1" dirty="0">
                <a:solidFill>
                  <a:schemeClr val="accent4">
                    <a:lumMod val="20000"/>
                    <a:lumOff val="80000"/>
                  </a:schemeClr>
                </a:solidFill>
                <a:latin typeface="Arial" panose="020B0604020202020204" pitchFamily="34" charset="0"/>
                <a:cs typeface="Arial" panose="020B0604020202020204" pitchFamily="34" charset="0"/>
              </a:rPr>
              <a:t>P = Performance</a:t>
            </a:r>
            <a:endParaRPr lang="en-IN" dirty="0">
              <a:solidFill>
                <a:schemeClr val="accent4">
                  <a:lumMod val="20000"/>
                  <a:lumOff val="80000"/>
                </a:schemeClr>
              </a:solidFill>
              <a:latin typeface="Arial" panose="020B0604020202020204" pitchFamily="34" charset="0"/>
              <a:cs typeface="Arial" panose="020B0604020202020204" pitchFamily="34" charset="0"/>
            </a:endParaRPr>
          </a:p>
          <a:p>
            <a:pPr fontAlgn="t"/>
            <a:r>
              <a:rPr lang="en-IN" sz="1600" dirty="0">
                <a:solidFill>
                  <a:schemeClr val="accent4">
                    <a:lumMod val="20000"/>
                    <a:lumOff val="80000"/>
                  </a:schemeClr>
                </a:solidFill>
                <a:latin typeface="Arial" panose="020B0604020202020204" pitchFamily="34" charset="0"/>
                <a:cs typeface="Arial" panose="020B0604020202020204" pitchFamily="34" charset="0"/>
              </a:rPr>
              <a:t>The outcome.</a:t>
            </a:r>
          </a:p>
          <a:p>
            <a:pPr fontAlgn="t"/>
            <a:r>
              <a:rPr lang="en-IN" sz="1600" dirty="0">
                <a:solidFill>
                  <a:schemeClr val="accent4">
                    <a:lumMod val="20000"/>
                    <a:lumOff val="80000"/>
                  </a:schemeClr>
                </a:solidFill>
                <a:latin typeface="Arial" panose="020B0604020202020204" pitchFamily="34" charset="0"/>
                <a:cs typeface="Arial" panose="020B0604020202020204" pitchFamily="34" charset="0"/>
              </a:rPr>
              <a:t>Faster</a:t>
            </a:r>
          </a:p>
          <a:p>
            <a:pPr fontAlgn="t"/>
            <a:r>
              <a:rPr lang="en-IN" sz="1600" dirty="0">
                <a:solidFill>
                  <a:schemeClr val="accent4">
                    <a:lumMod val="20000"/>
                    <a:lumOff val="80000"/>
                  </a:schemeClr>
                </a:solidFill>
                <a:latin typeface="Arial" panose="020B0604020202020204" pitchFamily="34" charset="0"/>
                <a:cs typeface="Arial" panose="020B0604020202020204" pitchFamily="34" charset="0"/>
              </a:rPr>
              <a:t>Stronger</a:t>
            </a:r>
          </a:p>
          <a:p>
            <a:pPr fontAlgn="t"/>
            <a:r>
              <a:rPr lang="en-IN" sz="1600" dirty="0">
                <a:solidFill>
                  <a:schemeClr val="accent4">
                    <a:lumMod val="20000"/>
                    <a:lumOff val="80000"/>
                  </a:schemeClr>
                </a:solidFill>
                <a:latin typeface="Arial" panose="020B0604020202020204" pitchFamily="34" charset="0"/>
                <a:cs typeface="Arial" panose="020B0604020202020204" pitchFamily="34" charset="0"/>
              </a:rPr>
              <a:t>Healthier</a:t>
            </a:r>
          </a:p>
          <a:p>
            <a:pPr fontAlgn="t"/>
            <a:r>
              <a:rPr lang="en-IN" sz="1600" dirty="0">
                <a:solidFill>
                  <a:schemeClr val="accent4">
                    <a:lumMod val="20000"/>
                    <a:lumOff val="80000"/>
                  </a:schemeClr>
                </a:solidFill>
                <a:latin typeface="Arial" panose="020B0604020202020204" pitchFamily="34" charset="0"/>
                <a:cs typeface="Arial" panose="020B0604020202020204" pitchFamily="34" charset="0"/>
              </a:rPr>
              <a:t>More resilient</a:t>
            </a:r>
          </a:p>
          <a:p>
            <a:pPr fontAlgn="t"/>
            <a:endParaRPr lang="en-IN" sz="1600" dirty="0">
              <a:solidFill>
                <a:schemeClr val="accent4">
                  <a:lumMod val="20000"/>
                  <a:lumOff val="80000"/>
                </a:schemeClr>
              </a:solidFill>
              <a:latin typeface="Arial" panose="020B0604020202020204" pitchFamily="34" charset="0"/>
              <a:cs typeface="Arial" panose="020B0604020202020204" pitchFamily="34" charset="0"/>
            </a:endParaRPr>
          </a:p>
          <a:p>
            <a:pPr fontAlgn="t"/>
            <a:r>
              <a:rPr lang="en-IN" sz="1600" b="1" dirty="0">
                <a:solidFill>
                  <a:schemeClr val="accent4">
                    <a:lumMod val="20000"/>
                    <a:lumOff val="80000"/>
                  </a:schemeClr>
                </a:solidFill>
                <a:latin typeface="Arial" panose="020B0604020202020204" pitchFamily="34" charset="0"/>
                <a:cs typeface="Arial" panose="020B0604020202020204" pitchFamily="34" charset="0"/>
              </a:rPr>
              <a:t>Brand Message</a:t>
            </a:r>
            <a:endParaRPr lang="en-IN" sz="1600" dirty="0">
              <a:solidFill>
                <a:schemeClr val="accent4">
                  <a:lumMod val="20000"/>
                  <a:lumOff val="80000"/>
                </a:schemeClr>
              </a:solidFill>
              <a:latin typeface="Arial" panose="020B0604020202020204" pitchFamily="34" charset="0"/>
              <a:cs typeface="Arial" panose="020B0604020202020204" pitchFamily="34" charset="0"/>
            </a:endParaRPr>
          </a:p>
          <a:p>
            <a:pPr fontAlgn="t"/>
            <a:r>
              <a:rPr lang="en-IN" sz="1600" dirty="0">
                <a:solidFill>
                  <a:schemeClr val="accent4">
                    <a:lumMod val="20000"/>
                    <a:lumOff val="80000"/>
                  </a:schemeClr>
                </a:solidFill>
                <a:latin typeface="Arial" panose="020B0604020202020204" pitchFamily="34" charset="0"/>
                <a:cs typeface="Arial" panose="020B0604020202020204" pitchFamily="34" charset="0"/>
              </a:rPr>
              <a:t>Performance is the result of endurance, mindset, and </a:t>
            </a:r>
          </a:p>
          <a:p>
            <a:pPr fontAlgn="t"/>
            <a:r>
              <a:rPr lang="en-IN" sz="1600" dirty="0">
                <a:solidFill>
                  <a:schemeClr val="accent4">
                    <a:lumMod val="20000"/>
                    <a:lumOff val="80000"/>
                  </a:schemeClr>
                </a:solidFill>
                <a:latin typeface="Arial" panose="020B0604020202020204" pitchFamily="34" charset="0"/>
                <a:cs typeface="Arial" panose="020B0604020202020204" pitchFamily="34" charset="0"/>
              </a:rPr>
              <a:t>science working together.</a:t>
            </a:r>
          </a:p>
          <a:p>
            <a:pPr fontAlgn="t"/>
            <a:br>
              <a:rPr lang="en-IN" sz="1600" dirty="0">
                <a:solidFill>
                  <a:schemeClr val="accent4">
                    <a:lumMod val="20000"/>
                    <a:lumOff val="80000"/>
                  </a:schemeClr>
                </a:solidFill>
                <a:latin typeface="Arial" panose="020B0604020202020204" pitchFamily="34" charset="0"/>
                <a:cs typeface="Arial" panose="020B0604020202020204" pitchFamily="34" charset="0"/>
              </a:rPr>
            </a:br>
            <a:endParaRPr lang="en-IN" sz="1600" dirty="0">
              <a:solidFill>
                <a:schemeClr val="accent4">
                  <a:lumMod val="20000"/>
                  <a:lumOff val="80000"/>
                </a:schemeClr>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AA0F309C-B731-F5C5-AC6D-A8C7E125DBD6}"/>
              </a:ext>
            </a:extLst>
          </p:cNvPr>
          <p:cNvSpPr txBox="1"/>
          <p:nvPr/>
        </p:nvSpPr>
        <p:spPr>
          <a:xfrm>
            <a:off x="9309672" y="6333418"/>
            <a:ext cx="2890535" cy="369332"/>
          </a:xfrm>
          <a:prstGeom prst="rect">
            <a:avLst/>
          </a:prstGeom>
          <a:noFill/>
        </p:spPr>
        <p:txBody>
          <a:bodyPr wrap="none" rtlCol="0">
            <a:spAutoFit/>
          </a:bodyPr>
          <a:lstStyle/>
          <a:p>
            <a:r>
              <a:rPr lang="en-IN" dirty="0">
                <a:solidFill>
                  <a:schemeClr val="bg1"/>
                </a:solidFill>
              </a:rPr>
              <a:t>www.metaendurelabs.com</a:t>
            </a:r>
          </a:p>
        </p:txBody>
      </p:sp>
      <p:pic>
        <p:nvPicPr>
          <p:cNvPr id="3" name="ymail_attachmentIdbae3d6b3-e1cb-49da-980e-006707d15fad" descr="Photo attachment: IMG-20260828-WA8280.jpg">
            <a:extLst>
              <a:ext uri="{FF2B5EF4-FFF2-40B4-BE49-F238E27FC236}">
                <a16:creationId xmlns:a16="http://schemas.microsoft.com/office/drawing/2014/main" id="{1ACCC19C-D92B-2198-71C5-D9FC02CACC02}"/>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0932000" y="16045"/>
            <a:ext cx="1260000" cy="120645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ymail_attachmentIdbae3d6b3-e1cb-49da-980e-006707d15fad" descr="Photo attachment: IMG-20260828-WA8280.jpg">
            <a:extLst>
              <a:ext uri="{FF2B5EF4-FFF2-40B4-BE49-F238E27FC236}">
                <a16:creationId xmlns:a16="http://schemas.microsoft.com/office/drawing/2014/main" id="{ED79FED6-F1CE-D772-777D-CA047F13662D}"/>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0932000" y="-15693"/>
            <a:ext cx="1260000" cy="120645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212551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9AA42-4734-2E3B-59BD-AAD07E1B5927}"/>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EEC2E575-9029-B676-BB16-2E0ECB1BFB5E}"/>
              </a:ext>
            </a:extLst>
          </p:cNvPr>
          <p:cNvPicPr>
            <a:picLocks noChangeAspect="1"/>
          </p:cNvPicPr>
          <p:nvPr/>
        </p:nvPicPr>
        <p:blipFill>
          <a:blip r:embed="rId2"/>
          <a:stretch>
            <a:fillRect/>
          </a:stretch>
        </p:blipFill>
        <p:spPr>
          <a:xfrm>
            <a:off x="0" y="-26578"/>
            <a:ext cx="12192000" cy="6884578"/>
          </a:xfrm>
          <a:prstGeom prst="rect">
            <a:avLst/>
          </a:prstGeom>
        </p:spPr>
      </p:pic>
      <p:sp>
        <p:nvSpPr>
          <p:cNvPr id="15" name="TextBox 14">
            <a:extLst>
              <a:ext uri="{FF2B5EF4-FFF2-40B4-BE49-F238E27FC236}">
                <a16:creationId xmlns:a16="http://schemas.microsoft.com/office/drawing/2014/main" id="{0AD9BD7F-D49A-0F35-B731-383376DBF532}"/>
              </a:ext>
            </a:extLst>
          </p:cNvPr>
          <p:cNvSpPr txBox="1"/>
          <p:nvPr/>
        </p:nvSpPr>
        <p:spPr>
          <a:xfrm>
            <a:off x="185057" y="396133"/>
            <a:ext cx="5814477" cy="446276"/>
          </a:xfrm>
          <a:prstGeom prst="rect">
            <a:avLst/>
          </a:prstGeom>
          <a:noFill/>
        </p:spPr>
        <p:txBody>
          <a:bodyPr wrap="none" rtlCol="0">
            <a:spAutoFit/>
          </a:bodyPr>
          <a:lstStyle/>
          <a:p>
            <a:r>
              <a:rPr lang="en-IN" sz="2300" b="1" dirty="0">
                <a:solidFill>
                  <a:schemeClr val="bg1"/>
                </a:solidFill>
                <a:latin typeface="Arial" panose="020B0604020202020204" pitchFamily="34" charset="0"/>
                <a:cs typeface="Arial" panose="020B0604020202020204" pitchFamily="34" charset="0"/>
              </a:rPr>
              <a:t>METAENDURE</a:t>
            </a:r>
            <a:r>
              <a:rPr lang="en-IN" sz="2300" b="1" dirty="0">
                <a:solidFill>
                  <a:srgbClr val="92D050"/>
                </a:solidFill>
                <a:latin typeface="Arial" panose="020B0604020202020204" pitchFamily="34" charset="0"/>
                <a:cs typeface="Arial" panose="020B0604020202020204" pitchFamily="34" charset="0"/>
              </a:rPr>
              <a:t> </a:t>
            </a:r>
            <a:r>
              <a:rPr lang="en-IN" sz="2300" b="1" dirty="0">
                <a:solidFill>
                  <a:schemeClr val="bg1"/>
                </a:solidFill>
                <a:latin typeface="Arial" panose="020B0604020202020204" pitchFamily="34" charset="0"/>
                <a:cs typeface="Arial" panose="020B0604020202020204" pitchFamily="34" charset="0"/>
              </a:rPr>
              <a:t>LABS – </a:t>
            </a:r>
            <a:r>
              <a:rPr lang="en-IN" sz="2300" b="1" dirty="0">
                <a:solidFill>
                  <a:srgbClr val="92D050"/>
                </a:solidFill>
                <a:latin typeface="Arial" panose="020B0604020202020204" pitchFamily="34" charset="0"/>
                <a:cs typeface="Arial" panose="020B0604020202020204" pitchFamily="34" charset="0"/>
              </a:rPr>
              <a:t>WHO WE SERVE</a:t>
            </a:r>
          </a:p>
        </p:txBody>
      </p:sp>
      <p:sp>
        <p:nvSpPr>
          <p:cNvPr id="19" name="TextBox 18">
            <a:extLst>
              <a:ext uri="{FF2B5EF4-FFF2-40B4-BE49-F238E27FC236}">
                <a16:creationId xmlns:a16="http://schemas.microsoft.com/office/drawing/2014/main" id="{5C171291-22FD-C073-91FD-B6AB1806D521}"/>
              </a:ext>
            </a:extLst>
          </p:cNvPr>
          <p:cNvSpPr txBox="1"/>
          <p:nvPr/>
        </p:nvSpPr>
        <p:spPr>
          <a:xfrm>
            <a:off x="9309672" y="6333418"/>
            <a:ext cx="2890535" cy="369332"/>
          </a:xfrm>
          <a:prstGeom prst="rect">
            <a:avLst/>
          </a:prstGeom>
          <a:noFill/>
        </p:spPr>
        <p:txBody>
          <a:bodyPr wrap="none" rtlCol="0">
            <a:spAutoFit/>
          </a:bodyPr>
          <a:lstStyle/>
          <a:p>
            <a:r>
              <a:rPr lang="en-IN" dirty="0">
                <a:solidFill>
                  <a:schemeClr val="bg1"/>
                </a:solidFill>
              </a:rPr>
              <a:t>www.metaendurelabs.com</a:t>
            </a:r>
          </a:p>
        </p:txBody>
      </p:sp>
      <p:sp>
        <p:nvSpPr>
          <p:cNvPr id="2" name="TextBox 1">
            <a:extLst>
              <a:ext uri="{FF2B5EF4-FFF2-40B4-BE49-F238E27FC236}">
                <a16:creationId xmlns:a16="http://schemas.microsoft.com/office/drawing/2014/main" id="{3CE93219-E80F-A2AF-ECAF-157E0578EEA5}"/>
              </a:ext>
            </a:extLst>
          </p:cNvPr>
          <p:cNvSpPr txBox="1"/>
          <p:nvPr/>
        </p:nvSpPr>
        <p:spPr>
          <a:xfrm>
            <a:off x="2318657" y="1600200"/>
            <a:ext cx="184731" cy="369332"/>
          </a:xfrm>
          <a:prstGeom prst="rect">
            <a:avLst/>
          </a:prstGeom>
          <a:noFill/>
        </p:spPr>
        <p:txBody>
          <a:bodyPr wrap="none" rtlCol="0">
            <a:spAutoFit/>
          </a:bodyPr>
          <a:lstStyle/>
          <a:p>
            <a:endParaRPr lang="en-IN" dirty="0"/>
          </a:p>
        </p:txBody>
      </p:sp>
      <p:sp>
        <p:nvSpPr>
          <p:cNvPr id="8" name="TextBox 7">
            <a:extLst>
              <a:ext uri="{FF2B5EF4-FFF2-40B4-BE49-F238E27FC236}">
                <a16:creationId xmlns:a16="http://schemas.microsoft.com/office/drawing/2014/main" id="{DFFA7584-FB79-9A19-6364-EF30DA55A014}"/>
              </a:ext>
            </a:extLst>
          </p:cNvPr>
          <p:cNvSpPr txBox="1"/>
          <p:nvPr/>
        </p:nvSpPr>
        <p:spPr>
          <a:xfrm>
            <a:off x="261257" y="1200724"/>
            <a:ext cx="4881603" cy="5319854"/>
          </a:xfrm>
          <a:prstGeom prst="rect">
            <a:avLst/>
          </a:prstGeom>
          <a:noFill/>
        </p:spPr>
        <p:txBody>
          <a:bodyPr wrap="square" rtlCol="0">
            <a:spAutoFit/>
          </a:bodyPr>
          <a:lstStyle/>
          <a:p>
            <a:pPr marL="285750" indent="-285750" fontAlgn="t">
              <a:lnSpc>
                <a:spcPct val="150000"/>
              </a:lnSpc>
              <a:buFont typeface="Arial" panose="020B0604020202020204" pitchFamily="34" charset="0"/>
              <a:buChar char="•"/>
            </a:pPr>
            <a:r>
              <a:rPr lang="en-IN" sz="1600" b="1" dirty="0">
                <a:solidFill>
                  <a:schemeClr val="accent1">
                    <a:lumMod val="20000"/>
                    <a:lumOff val="80000"/>
                  </a:schemeClr>
                </a:solidFill>
                <a:latin typeface="Arial" panose="020B0604020202020204" pitchFamily="34" charset="0"/>
                <a:cs typeface="Arial" panose="020B0604020202020204" pitchFamily="34" charset="0"/>
              </a:rPr>
              <a:t>Endurance Athletes</a:t>
            </a:r>
            <a:endParaRPr lang="en-IN" sz="1600" dirty="0">
              <a:solidFill>
                <a:schemeClr val="accent1">
                  <a:lumMod val="20000"/>
                  <a:lumOff val="80000"/>
                </a:schemeClr>
              </a:solidFill>
              <a:latin typeface="Arial" panose="020B0604020202020204" pitchFamily="34" charset="0"/>
              <a:cs typeface="Arial" panose="020B0604020202020204" pitchFamily="34" charset="0"/>
            </a:endParaRPr>
          </a:p>
          <a:p>
            <a:pPr marL="285750" indent="-285750" fontAlgn="t">
              <a:lnSpc>
                <a:spcPct val="150000"/>
              </a:lnSpc>
              <a:buFont typeface="Arial" panose="020B0604020202020204" pitchFamily="34" charset="0"/>
              <a:buChar char="•"/>
            </a:pPr>
            <a:r>
              <a:rPr lang="en-IN" sz="1600" dirty="0">
                <a:solidFill>
                  <a:schemeClr val="accent1">
                    <a:lumMod val="20000"/>
                    <a:lumOff val="80000"/>
                  </a:schemeClr>
                </a:solidFill>
                <a:latin typeface="Arial" panose="020B0604020202020204" pitchFamily="34" charset="0"/>
                <a:cs typeface="Arial" panose="020B0604020202020204" pitchFamily="34" charset="0"/>
              </a:rPr>
              <a:t>Runners</a:t>
            </a:r>
          </a:p>
          <a:p>
            <a:pPr marL="285750" indent="-285750" fontAlgn="t">
              <a:lnSpc>
                <a:spcPct val="150000"/>
              </a:lnSpc>
              <a:buFont typeface="Arial" panose="020B0604020202020204" pitchFamily="34" charset="0"/>
              <a:buChar char="•"/>
            </a:pPr>
            <a:r>
              <a:rPr lang="en-IN" sz="1600" dirty="0">
                <a:solidFill>
                  <a:schemeClr val="accent1">
                    <a:lumMod val="20000"/>
                    <a:lumOff val="80000"/>
                  </a:schemeClr>
                </a:solidFill>
                <a:latin typeface="Arial" panose="020B0604020202020204" pitchFamily="34" charset="0"/>
                <a:cs typeface="Arial" panose="020B0604020202020204" pitchFamily="34" charset="0"/>
              </a:rPr>
              <a:t>Cyclists</a:t>
            </a:r>
          </a:p>
          <a:p>
            <a:pPr marL="285750" indent="-285750" fontAlgn="t">
              <a:lnSpc>
                <a:spcPct val="150000"/>
              </a:lnSpc>
              <a:buFont typeface="Arial" panose="020B0604020202020204" pitchFamily="34" charset="0"/>
              <a:buChar char="•"/>
            </a:pPr>
            <a:r>
              <a:rPr lang="en-IN" sz="1600" dirty="0">
                <a:solidFill>
                  <a:schemeClr val="accent1">
                    <a:lumMod val="20000"/>
                    <a:lumOff val="80000"/>
                  </a:schemeClr>
                </a:solidFill>
                <a:latin typeface="Arial" panose="020B0604020202020204" pitchFamily="34" charset="0"/>
                <a:cs typeface="Arial" panose="020B0604020202020204" pitchFamily="34" charset="0"/>
              </a:rPr>
              <a:t>Triathletes</a:t>
            </a:r>
          </a:p>
          <a:p>
            <a:pPr marL="285750" indent="-285750" fontAlgn="t">
              <a:lnSpc>
                <a:spcPct val="150000"/>
              </a:lnSpc>
              <a:buFont typeface="Arial" panose="020B0604020202020204" pitchFamily="34" charset="0"/>
              <a:buChar char="•"/>
            </a:pPr>
            <a:r>
              <a:rPr lang="en-IN" sz="1600" dirty="0">
                <a:solidFill>
                  <a:schemeClr val="accent1">
                    <a:lumMod val="20000"/>
                    <a:lumOff val="80000"/>
                  </a:schemeClr>
                </a:solidFill>
                <a:latin typeface="Arial" panose="020B0604020202020204" pitchFamily="34" charset="0"/>
                <a:cs typeface="Arial" panose="020B0604020202020204" pitchFamily="34" charset="0"/>
              </a:rPr>
              <a:t>Ultra-distance athletes</a:t>
            </a:r>
          </a:p>
          <a:p>
            <a:pPr fontAlgn="t">
              <a:lnSpc>
                <a:spcPct val="150000"/>
              </a:lnSpc>
            </a:pPr>
            <a:r>
              <a:rPr lang="en-IN" b="1" dirty="0">
                <a:solidFill>
                  <a:schemeClr val="accent1">
                    <a:lumMod val="20000"/>
                    <a:lumOff val="80000"/>
                  </a:schemeClr>
                </a:solidFill>
                <a:latin typeface="Arial" panose="020B0604020202020204" pitchFamily="34" charset="0"/>
                <a:cs typeface="Arial" panose="020B0604020202020204" pitchFamily="34" charset="0"/>
              </a:rPr>
              <a:t>Working Professionals</a:t>
            </a:r>
            <a:endParaRPr lang="en-IN" dirty="0">
              <a:solidFill>
                <a:schemeClr val="accent1">
                  <a:lumMod val="20000"/>
                  <a:lumOff val="80000"/>
                </a:schemeClr>
              </a:solidFill>
              <a:latin typeface="Arial" panose="020B0604020202020204" pitchFamily="34" charset="0"/>
              <a:cs typeface="Arial" panose="020B0604020202020204" pitchFamily="34" charset="0"/>
            </a:endParaRPr>
          </a:p>
          <a:p>
            <a:pPr marL="285750" indent="-285750" fontAlgn="t">
              <a:lnSpc>
                <a:spcPct val="150000"/>
              </a:lnSpc>
              <a:buFont typeface="Arial" panose="020B0604020202020204" pitchFamily="34" charset="0"/>
              <a:buChar char="•"/>
            </a:pPr>
            <a:r>
              <a:rPr lang="en-IN" sz="1600" dirty="0">
                <a:solidFill>
                  <a:schemeClr val="accent1">
                    <a:lumMod val="20000"/>
                    <a:lumOff val="80000"/>
                  </a:schemeClr>
                </a:solidFill>
                <a:latin typeface="Arial" panose="020B0604020202020204" pitchFamily="34" charset="0"/>
                <a:cs typeface="Arial" panose="020B0604020202020204" pitchFamily="34" charset="0"/>
              </a:rPr>
              <a:t>Busy individuals seeking sustainable fitness</a:t>
            </a:r>
          </a:p>
          <a:p>
            <a:pPr marL="285750" indent="-285750" fontAlgn="t">
              <a:lnSpc>
                <a:spcPct val="150000"/>
              </a:lnSpc>
              <a:buFont typeface="Arial" panose="020B0604020202020204" pitchFamily="34" charset="0"/>
              <a:buChar char="•"/>
            </a:pPr>
            <a:r>
              <a:rPr lang="en-IN" sz="1600" dirty="0">
                <a:solidFill>
                  <a:schemeClr val="accent1">
                    <a:lumMod val="20000"/>
                    <a:lumOff val="80000"/>
                  </a:schemeClr>
                </a:solidFill>
                <a:latin typeface="Arial" panose="020B0604020202020204" pitchFamily="34" charset="0"/>
                <a:cs typeface="Arial" panose="020B0604020202020204" pitchFamily="34" charset="0"/>
              </a:rPr>
              <a:t>Leaders wanting increased resilience and energy</a:t>
            </a:r>
          </a:p>
          <a:p>
            <a:pPr marL="285750" indent="-285750" fontAlgn="t">
              <a:lnSpc>
                <a:spcPct val="150000"/>
              </a:lnSpc>
              <a:buFont typeface="Arial" panose="020B0604020202020204" pitchFamily="34" charset="0"/>
              <a:buChar char="•"/>
            </a:pPr>
            <a:r>
              <a:rPr lang="en-IN" sz="1600" dirty="0">
                <a:solidFill>
                  <a:schemeClr val="accent1">
                    <a:lumMod val="20000"/>
                    <a:lumOff val="80000"/>
                  </a:schemeClr>
                </a:solidFill>
                <a:latin typeface="Arial" panose="020B0604020202020204" pitchFamily="34" charset="0"/>
                <a:cs typeface="Arial" panose="020B0604020202020204" pitchFamily="34" charset="0"/>
              </a:rPr>
              <a:t>Professionals managing stress and performance</a:t>
            </a:r>
          </a:p>
          <a:p>
            <a:pPr fontAlgn="t">
              <a:lnSpc>
                <a:spcPct val="150000"/>
              </a:lnSpc>
            </a:pPr>
            <a:r>
              <a:rPr lang="en-IN" b="1" dirty="0">
                <a:solidFill>
                  <a:schemeClr val="accent1">
                    <a:lumMod val="20000"/>
                    <a:lumOff val="80000"/>
                  </a:schemeClr>
                </a:solidFill>
                <a:latin typeface="Arial" panose="020B0604020202020204" pitchFamily="34" charset="0"/>
                <a:cs typeface="Arial" panose="020B0604020202020204" pitchFamily="34" charset="0"/>
              </a:rPr>
              <a:t>Transformation Seekers</a:t>
            </a:r>
            <a:endParaRPr lang="en-IN" dirty="0">
              <a:solidFill>
                <a:schemeClr val="accent1">
                  <a:lumMod val="20000"/>
                  <a:lumOff val="80000"/>
                </a:schemeClr>
              </a:solidFill>
              <a:latin typeface="Arial" panose="020B0604020202020204" pitchFamily="34" charset="0"/>
              <a:cs typeface="Arial" panose="020B0604020202020204" pitchFamily="34" charset="0"/>
            </a:endParaRPr>
          </a:p>
          <a:p>
            <a:pPr marL="285750" indent="-285750" fontAlgn="t">
              <a:lnSpc>
                <a:spcPct val="150000"/>
              </a:lnSpc>
              <a:buFont typeface="Arial" panose="020B0604020202020204" pitchFamily="34" charset="0"/>
              <a:buChar char="•"/>
            </a:pPr>
            <a:r>
              <a:rPr lang="en-IN" sz="1600" dirty="0">
                <a:solidFill>
                  <a:schemeClr val="accent1">
                    <a:lumMod val="20000"/>
                    <a:lumOff val="80000"/>
                  </a:schemeClr>
                </a:solidFill>
                <a:latin typeface="Arial" panose="020B0604020202020204" pitchFamily="34" charset="0"/>
                <a:cs typeface="Arial" panose="020B0604020202020204" pitchFamily="34" charset="0"/>
              </a:rPr>
              <a:t>Weight loss journeys</a:t>
            </a:r>
          </a:p>
          <a:p>
            <a:pPr marL="285750" indent="-285750" fontAlgn="t">
              <a:lnSpc>
                <a:spcPct val="150000"/>
              </a:lnSpc>
              <a:buFont typeface="Arial" panose="020B0604020202020204" pitchFamily="34" charset="0"/>
              <a:buChar char="•"/>
            </a:pPr>
            <a:r>
              <a:rPr lang="en-IN" sz="1600" dirty="0">
                <a:solidFill>
                  <a:schemeClr val="accent1">
                    <a:lumMod val="20000"/>
                    <a:lumOff val="80000"/>
                  </a:schemeClr>
                </a:solidFill>
                <a:latin typeface="Arial" panose="020B0604020202020204" pitchFamily="34" charset="0"/>
                <a:cs typeface="Arial" panose="020B0604020202020204" pitchFamily="34" charset="0"/>
              </a:rPr>
              <a:t>Lifestyle optimization</a:t>
            </a:r>
          </a:p>
          <a:p>
            <a:pPr marL="285750" indent="-285750" fontAlgn="t">
              <a:lnSpc>
                <a:spcPct val="150000"/>
              </a:lnSpc>
              <a:buFont typeface="Arial" panose="020B0604020202020204" pitchFamily="34" charset="0"/>
              <a:buChar char="•"/>
            </a:pPr>
            <a:r>
              <a:rPr lang="en-IN" sz="1600" dirty="0">
                <a:solidFill>
                  <a:schemeClr val="accent1">
                    <a:lumMod val="20000"/>
                    <a:lumOff val="80000"/>
                  </a:schemeClr>
                </a:solidFill>
                <a:latin typeface="Arial" panose="020B0604020202020204" pitchFamily="34" charset="0"/>
                <a:cs typeface="Arial" panose="020B0604020202020204" pitchFamily="34" charset="0"/>
              </a:rPr>
              <a:t>Habit-building and consistency development</a:t>
            </a:r>
          </a:p>
          <a:p>
            <a:pPr>
              <a:lnSpc>
                <a:spcPct val="150000"/>
              </a:lnSpc>
            </a:pPr>
            <a:endParaRPr lang="en-IN" sz="1600" dirty="0">
              <a:solidFill>
                <a:schemeClr val="accent1">
                  <a:lumMod val="20000"/>
                  <a:lumOff val="80000"/>
                </a:schemeClr>
              </a:solidFill>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F58C1F1C-0B76-20B2-3FF7-4985E3319AA9}"/>
              </a:ext>
            </a:extLst>
          </p:cNvPr>
          <p:cNvSpPr txBox="1"/>
          <p:nvPr/>
        </p:nvSpPr>
        <p:spPr>
          <a:xfrm>
            <a:off x="6096000" y="1200724"/>
            <a:ext cx="5612647" cy="3150030"/>
          </a:xfrm>
          <a:prstGeom prst="rect">
            <a:avLst/>
          </a:prstGeom>
          <a:noFill/>
        </p:spPr>
        <p:txBody>
          <a:bodyPr wrap="square" rtlCol="0">
            <a:spAutoFit/>
          </a:bodyPr>
          <a:lstStyle/>
          <a:p>
            <a:pPr fontAlgn="t">
              <a:lnSpc>
                <a:spcPct val="150000"/>
              </a:lnSpc>
            </a:pPr>
            <a:r>
              <a:rPr lang="en-IN" b="1" dirty="0">
                <a:solidFill>
                  <a:schemeClr val="accent1">
                    <a:lumMod val="20000"/>
                    <a:lumOff val="80000"/>
                  </a:schemeClr>
                </a:solidFill>
                <a:latin typeface="Arial" panose="020B0604020202020204" pitchFamily="34" charset="0"/>
                <a:cs typeface="Arial" panose="020B0604020202020204" pitchFamily="34" charset="0"/>
              </a:rPr>
              <a:t>High Performers</a:t>
            </a:r>
            <a:endParaRPr lang="en-IN" dirty="0">
              <a:solidFill>
                <a:schemeClr val="accent1">
                  <a:lumMod val="20000"/>
                  <a:lumOff val="80000"/>
                </a:schemeClr>
              </a:solidFill>
              <a:latin typeface="Arial" panose="020B0604020202020204" pitchFamily="34" charset="0"/>
              <a:cs typeface="Arial" panose="020B0604020202020204" pitchFamily="34" charset="0"/>
            </a:endParaRPr>
          </a:p>
          <a:p>
            <a:pPr marL="285750" indent="-285750" fontAlgn="t">
              <a:lnSpc>
                <a:spcPct val="150000"/>
              </a:lnSpc>
              <a:buFont typeface="Arial" panose="020B0604020202020204" pitchFamily="34" charset="0"/>
              <a:buChar char="•"/>
            </a:pPr>
            <a:r>
              <a:rPr lang="en-IN" sz="1600" dirty="0">
                <a:solidFill>
                  <a:schemeClr val="accent1">
                    <a:lumMod val="20000"/>
                    <a:lumOff val="80000"/>
                  </a:schemeClr>
                </a:solidFill>
                <a:latin typeface="Arial" panose="020B0604020202020204" pitchFamily="34" charset="0"/>
                <a:cs typeface="Arial" panose="020B0604020202020204" pitchFamily="34" charset="0"/>
              </a:rPr>
              <a:t>Entrepreneurs</a:t>
            </a:r>
          </a:p>
          <a:p>
            <a:pPr marL="285750" indent="-285750" fontAlgn="t">
              <a:lnSpc>
                <a:spcPct val="150000"/>
              </a:lnSpc>
              <a:buFont typeface="Arial" panose="020B0604020202020204" pitchFamily="34" charset="0"/>
              <a:buChar char="•"/>
            </a:pPr>
            <a:r>
              <a:rPr lang="en-IN" sz="1600" dirty="0">
                <a:solidFill>
                  <a:schemeClr val="accent1">
                    <a:lumMod val="20000"/>
                    <a:lumOff val="80000"/>
                  </a:schemeClr>
                </a:solidFill>
                <a:latin typeface="Arial" panose="020B0604020202020204" pitchFamily="34" charset="0"/>
                <a:cs typeface="Arial" panose="020B0604020202020204" pitchFamily="34" charset="0"/>
              </a:rPr>
              <a:t>Executives</a:t>
            </a:r>
          </a:p>
          <a:p>
            <a:pPr marL="285750" indent="-285750" fontAlgn="t">
              <a:lnSpc>
                <a:spcPct val="150000"/>
              </a:lnSpc>
              <a:buFont typeface="Arial" panose="020B0604020202020204" pitchFamily="34" charset="0"/>
              <a:buChar char="•"/>
            </a:pPr>
            <a:r>
              <a:rPr lang="en-IN" sz="1600" dirty="0">
                <a:solidFill>
                  <a:schemeClr val="accent1">
                    <a:lumMod val="20000"/>
                    <a:lumOff val="80000"/>
                  </a:schemeClr>
                </a:solidFill>
                <a:latin typeface="Arial" panose="020B0604020202020204" pitchFamily="34" charset="0"/>
                <a:cs typeface="Arial" panose="020B0604020202020204" pitchFamily="34" charset="0"/>
              </a:rPr>
              <a:t>Competitive athletes</a:t>
            </a:r>
          </a:p>
          <a:p>
            <a:pPr marL="285750" indent="-285750" fontAlgn="t">
              <a:lnSpc>
                <a:spcPct val="150000"/>
              </a:lnSpc>
              <a:buFont typeface="Arial" panose="020B0604020202020204" pitchFamily="34" charset="0"/>
              <a:buChar char="•"/>
            </a:pPr>
            <a:r>
              <a:rPr lang="en-IN" sz="1600" dirty="0">
                <a:solidFill>
                  <a:schemeClr val="accent1">
                    <a:lumMod val="20000"/>
                    <a:lumOff val="80000"/>
                  </a:schemeClr>
                </a:solidFill>
                <a:latin typeface="Arial" panose="020B0604020202020204" pitchFamily="34" charset="0"/>
                <a:cs typeface="Arial" panose="020B0604020202020204" pitchFamily="34" charset="0"/>
              </a:rPr>
              <a:t>Individuals pursuing excellence</a:t>
            </a:r>
          </a:p>
          <a:p>
            <a:pPr fontAlgn="t">
              <a:lnSpc>
                <a:spcPct val="150000"/>
              </a:lnSpc>
            </a:pPr>
            <a:r>
              <a:rPr lang="en-IN" b="1" i="1" dirty="0">
                <a:solidFill>
                  <a:schemeClr val="accent1">
                    <a:lumMod val="20000"/>
                    <a:lumOff val="80000"/>
                  </a:schemeClr>
                </a:solidFill>
                <a:latin typeface="Arial" panose="020B0604020202020204" pitchFamily="34" charset="0"/>
                <a:cs typeface="Arial" panose="020B0604020202020204" pitchFamily="34" charset="0"/>
              </a:rPr>
              <a:t>MetaEndure Labs helps anyone committed to becoming a better version of themselves.</a:t>
            </a:r>
            <a:endParaRPr lang="en-IN" i="1" dirty="0">
              <a:solidFill>
                <a:schemeClr val="accent1">
                  <a:lumMod val="20000"/>
                  <a:lumOff val="80000"/>
                </a:schemeClr>
              </a:solidFill>
              <a:latin typeface="Arial" panose="020B0604020202020204" pitchFamily="34" charset="0"/>
              <a:cs typeface="Arial" panose="020B0604020202020204" pitchFamily="34" charset="0"/>
            </a:endParaRPr>
          </a:p>
          <a:p>
            <a:pPr>
              <a:lnSpc>
                <a:spcPct val="150000"/>
              </a:lnSpc>
            </a:pPr>
            <a:endParaRPr lang="en-IN" sz="1600" dirty="0">
              <a:solidFill>
                <a:schemeClr val="accent1">
                  <a:lumMod val="20000"/>
                  <a:lumOff val="80000"/>
                </a:schemeClr>
              </a:solidFill>
              <a:latin typeface="Arial" panose="020B0604020202020204" pitchFamily="34" charset="0"/>
              <a:cs typeface="Arial" panose="020B0604020202020204" pitchFamily="34" charset="0"/>
            </a:endParaRPr>
          </a:p>
        </p:txBody>
      </p:sp>
      <p:pic>
        <p:nvPicPr>
          <p:cNvPr id="13" name="ymail_attachmentIdbae3d6b3-e1cb-49da-980e-006707d15fad" descr="Photo attachment: IMG-20260828-WA8280.jpg">
            <a:extLst>
              <a:ext uri="{FF2B5EF4-FFF2-40B4-BE49-F238E27FC236}">
                <a16:creationId xmlns:a16="http://schemas.microsoft.com/office/drawing/2014/main" id="{F5153769-85F1-AA74-7087-A017684B10BB}"/>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0932000" y="-5727"/>
            <a:ext cx="1260000" cy="120645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619023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5437F-FF70-446A-F48F-8741CC9782BB}"/>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A8C9FBF5-3DB9-4B19-97A5-AEE117A87464}"/>
              </a:ext>
            </a:extLst>
          </p:cNvPr>
          <p:cNvPicPr>
            <a:picLocks noChangeAspect="1"/>
          </p:cNvPicPr>
          <p:nvPr/>
        </p:nvPicPr>
        <p:blipFill>
          <a:blip r:embed="rId2"/>
          <a:stretch>
            <a:fillRect/>
          </a:stretch>
        </p:blipFill>
        <p:spPr>
          <a:xfrm>
            <a:off x="0" y="-26578"/>
            <a:ext cx="12192000" cy="6884578"/>
          </a:xfrm>
          <a:prstGeom prst="rect">
            <a:avLst/>
          </a:prstGeom>
        </p:spPr>
      </p:pic>
      <p:sp>
        <p:nvSpPr>
          <p:cNvPr id="15" name="TextBox 14">
            <a:extLst>
              <a:ext uri="{FF2B5EF4-FFF2-40B4-BE49-F238E27FC236}">
                <a16:creationId xmlns:a16="http://schemas.microsoft.com/office/drawing/2014/main" id="{B1B1B9E2-D584-F58C-0FB0-02D1A4DFF871}"/>
              </a:ext>
            </a:extLst>
          </p:cNvPr>
          <p:cNvSpPr txBox="1"/>
          <p:nvPr/>
        </p:nvSpPr>
        <p:spPr>
          <a:xfrm>
            <a:off x="185057" y="396133"/>
            <a:ext cx="6001964" cy="446276"/>
          </a:xfrm>
          <a:prstGeom prst="rect">
            <a:avLst/>
          </a:prstGeom>
          <a:noFill/>
        </p:spPr>
        <p:txBody>
          <a:bodyPr wrap="none" rtlCol="0">
            <a:spAutoFit/>
          </a:bodyPr>
          <a:lstStyle/>
          <a:p>
            <a:r>
              <a:rPr lang="en-IN" sz="2300" b="1" dirty="0">
                <a:solidFill>
                  <a:schemeClr val="bg1"/>
                </a:solidFill>
                <a:latin typeface="Arial" panose="020B0604020202020204" pitchFamily="34" charset="0"/>
                <a:cs typeface="Arial" panose="020B0604020202020204" pitchFamily="34" charset="0"/>
              </a:rPr>
              <a:t>METAENDURE</a:t>
            </a:r>
            <a:r>
              <a:rPr lang="en-IN" sz="2300" b="1" dirty="0">
                <a:solidFill>
                  <a:srgbClr val="92D050"/>
                </a:solidFill>
                <a:latin typeface="Arial" panose="020B0604020202020204" pitchFamily="34" charset="0"/>
                <a:cs typeface="Arial" panose="020B0604020202020204" pitchFamily="34" charset="0"/>
              </a:rPr>
              <a:t> </a:t>
            </a:r>
            <a:r>
              <a:rPr lang="en-IN" sz="2300" b="1" dirty="0">
                <a:solidFill>
                  <a:schemeClr val="bg1"/>
                </a:solidFill>
                <a:latin typeface="Arial" panose="020B0604020202020204" pitchFamily="34" charset="0"/>
                <a:cs typeface="Arial" panose="020B0604020202020204" pitchFamily="34" charset="0"/>
              </a:rPr>
              <a:t>LABS – </a:t>
            </a:r>
            <a:r>
              <a:rPr lang="en-IN" sz="2300" b="1" dirty="0">
                <a:solidFill>
                  <a:srgbClr val="92D050"/>
                </a:solidFill>
                <a:latin typeface="Arial" panose="020B0604020202020204" pitchFamily="34" charset="0"/>
                <a:cs typeface="Arial" panose="020B0604020202020204" pitchFamily="34" charset="0"/>
              </a:rPr>
              <a:t>WHAT WE OFFER</a:t>
            </a:r>
          </a:p>
        </p:txBody>
      </p:sp>
      <p:sp>
        <p:nvSpPr>
          <p:cNvPr id="19" name="TextBox 18">
            <a:extLst>
              <a:ext uri="{FF2B5EF4-FFF2-40B4-BE49-F238E27FC236}">
                <a16:creationId xmlns:a16="http://schemas.microsoft.com/office/drawing/2014/main" id="{6A146326-CB36-B8BC-C64C-AE8C9B37D599}"/>
              </a:ext>
            </a:extLst>
          </p:cNvPr>
          <p:cNvSpPr txBox="1"/>
          <p:nvPr/>
        </p:nvSpPr>
        <p:spPr>
          <a:xfrm>
            <a:off x="9309672" y="6333418"/>
            <a:ext cx="2890535" cy="369332"/>
          </a:xfrm>
          <a:prstGeom prst="rect">
            <a:avLst/>
          </a:prstGeom>
          <a:noFill/>
        </p:spPr>
        <p:txBody>
          <a:bodyPr wrap="none" rtlCol="0">
            <a:spAutoFit/>
          </a:bodyPr>
          <a:lstStyle/>
          <a:p>
            <a:r>
              <a:rPr lang="en-IN" dirty="0">
                <a:solidFill>
                  <a:schemeClr val="bg1"/>
                </a:solidFill>
              </a:rPr>
              <a:t>www.metaendurelabs.com</a:t>
            </a:r>
          </a:p>
        </p:txBody>
      </p:sp>
      <p:sp>
        <p:nvSpPr>
          <p:cNvPr id="2" name="TextBox 1">
            <a:extLst>
              <a:ext uri="{FF2B5EF4-FFF2-40B4-BE49-F238E27FC236}">
                <a16:creationId xmlns:a16="http://schemas.microsoft.com/office/drawing/2014/main" id="{7B266187-BCE4-EBBE-87E5-B1BB9D739C7B}"/>
              </a:ext>
            </a:extLst>
          </p:cNvPr>
          <p:cNvSpPr txBox="1"/>
          <p:nvPr/>
        </p:nvSpPr>
        <p:spPr>
          <a:xfrm>
            <a:off x="2318657" y="1600200"/>
            <a:ext cx="184731" cy="369332"/>
          </a:xfrm>
          <a:prstGeom prst="rect">
            <a:avLst/>
          </a:prstGeom>
          <a:noFill/>
        </p:spPr>
        <p:txBody>
          <a:bodyPr wrap="none" rtlCol="0">
            <a:spAutoFit/>
          </a:bodyPr>
          <a:lstStyle/>
          <a:p>
            <a:endParaRPr lang="en-IN" dirty="0"/>
          </a:p>
        </p:txBody>
      </p:sp>
      <p:sp>
        <p:nvSpPr>
          <p:cNvPr id="8" name="TextBox 7">
            <a:extLst>
              <a:ext uri="{FF2B5EF4-FFF2-40B4-BE49-F238E27FC236}">
                <a16:creationId xmlns:a16="http://schemas.microsoft.com/office/drawing/2014/main" id="{1CE48457-31E0-BC01-66A8-B7ADB44AD402}"/>
              </a:ext>
            </a:extLst>
          </p:cNvPr>
          <p:cNvSpPr txBox="1"/>
          <p:nvPr/>
        </p:nvSpPr>
        <p:spPr>
          <a:xfrm>
            <a:off x="228600" y="1125438"/>
            <a:ext cx="6999514" cy="4247317"/>
          </a:xfrm>
          <a:prstGeom prst="rect">
            <a:avLst/>
          </a:prstGeom>
          <a:noFill/>
        </p:spPr>
        <p:txBody>
          <a:bodyPr wrap="square" rtlCol="0">
            <a:spAutoFit/>
          </a:bodyPr>
          <a:lstStyle/>
          <a:p>
            <a:pPr fontAlgn="t">
              <a:lnSpc>
                <a:spcPct val="150000"/>
              </a:lnSpc>
            </a:pPr>
            <a:r>
              <a:rPr lang="en-IN" b="1" dirty="0">
                <a:solidFill>
                  <a:schemeClr val="accent1">
                    <a:lumMod val="20000"/>
                    <a:lumOff val="80000"/>
                  </a:schemeClr>
                </a:solidFill>
                <a:latin typeface="Arial" panose="020B0604020202020204" pitchFamily="34" charset="0"/>
                <a:cs typeface="Arial" panose="020B0604020202020204" pitchFamily="34" charset="0"/>
              </a:rPr>
              <a:t>Endurance Coaching</a:t>
            </a:r>
            <a:endParaRPr lang="en-IN" dirty="0">
              <a:solidFill>
                <a:schemeClr val="accent1">
                  <a:lumMod val="20000"/>
                  <a:lumOff val="80000"/>
                </a:schemeClr>
              </a:solidFill>
              <a:latin typeface="Arial" panose="020B0604020202020204" pitchFamily="34" charset="0"/>
              <a:cs typeface="Arial" panose="020B0604020202020204" pitchFamily="34" charset="0"/>
            </a:endParaRPr>
          </a:p>
          <a:p>
            <a:pPr fontAlgn="t">
              <a:lnSpc>
                <a:spcPct val="150000"/>
              </a:lnSpc>
            </a:pPr>
            <a:r>
              <a:rPr lang="en-IN" sz="1600" dirty="0">
                <a:solidFill>
                  <a:schemeClr val="accent1">
                    <a:lumMod val="20000"/>
                    <a:lumOff val="80000"/>
                  </a:schemeClr>
                </a:solidFill>
                <a:latin typeface="Arial" panose="020B0604020202020204" pitchFamily="34" charset="0"/>
                <a:cs typeface="Arial" panose="020B0604020202020204" pitchFamily="34" charset="0"/>
              </a:rPr>
              <a:t>5K, 10K, Half Marathon, Marathon</a:t>
            </a:r>
          </a:p>
          <a:p>
            <a:pPr fontAlgn="t">
              <a:lnSpc>
                <a:spcPct val="150000"/>
              </a:lnSpc>
            </a:pPr>
            <a:r>
              <a:rPr lang="en-IN" sz="1600" dirty="0">
                <a:solidFill>
                  <a:schemeClr val="accent1">
                    <a:lumMod val="20000"/>
                    <a:lumOff val="80000"/>
                  </a:schemeClr>
                </a:solidFill>
                <a:latin typeface="Arial" panose="020B0604020202020204" pitchFamily="34" charset="0"/>
                <a:cs typeface="Arial" panose="020B0604020202020204" pitchFamily="34" charset="0"/>
              </a:rPr>
              <a:t>Race preparation plans</a:t>
            </a:r>
          </a:p>
          <a:p>
            <a:pPr fontAlgn="t">
              <a:lnSpc>
                <a:spcPct val="150000"/>
              </a:lnSpc>
            </a:pPr>
            <a:r>
              <a:rPr lang="en-IN" sz="1600" dirty="0">
                <a:solidFill>
                  <a:schemeClr val="accent1">
                    <a:lumMod val="20000"/>
                    <a:lumOff val="80000"/>
                  </a:schemeClr>
                </a:solidFill>
                <a:latin typeface="Arial" panose="020B0604020202020204" pitchFamily="34" charset="0"/>
                <a:cs typeface="Arial" panose="020B0604020202020204" pitchFamily="34" charset="0"/>
              </a:rPr>
              <a:t>Personalized coaching</a:t>
            </a:r>
          </a:p>
          <a:p>
            <a:pPr fontAlgn="t">
              <a:lnSpc>
                <a:spcPct val="150000"/>
              </a:lnSpc>
            </a:pPr>
            <a:endParaRPr lang="en-IN" sz="1600" dirty="0">
              <a:solidFill>
                <a:schemeClr val="accent1">
                  <a:lumMod val="20000"/>
                  <a:lumOff val="80000"/>
                </a:schemeClr>
              </a:solidFill>
              <a:latin typeface="Arial" panose="020B0604020202020204" pitchFamily="34" charset="0"/>
              <a:cs typeface="Arial" panose="020B0604020202020204" pitchFamily="34" charset="0"/>
            </a:endParaRPr>
          </a:p>
          <a:p>
            <a:pPr fontAlgn="t">
              <a:lnSpc>
                <a:spcPct val="150000"/>
              </a:lnSpc>
            </a:pPr>
            <a:endParaRPr lang="en-IN" sz="1600" dirty="0">
              <a:solidFill>
                <a:schemeClr val="accent1">
                  <a:lumMod val="20000"/>
                  <a:lumOff val="80000"/>
                </a:schemeClr>
              </a:solidFill>
              <a:latin typeface="Arial" panose="020B0604020202020204" pitchFamily="34" charset="0"/>
              <a:cs typeface="Arial" panose="020B0604020202020204" pitchFamily="34" charset="0"/>
            </a:endParaRPr>
          </a:p>
          <a:p>
            <a:pPr fontAlgn="t">
              <a:lnSpc>
                <a:spcPct val="150000"/>
              </a:lnSpc>
            </a:pPr>
            <a:r>
              <a:rPr lang="en-IN" b="1" dirty="0">
                <a:solidFill>
                  <a:schemeClr val="accent1">
                    <a:lumMod val="20000"/>
                    <a:lumOff val="80000"/>
                  </a:schemeClr>
                </a:solidFill>
                <a:latin typeface="Arial" panose="020B0604020202020204" pitchFamily="34" charset="0"/>
                <a:cs typeface="Arial" panose="020B0604020202020204" pitchFamily="34" charset="0"/>
              </a:rPr>
              <a:t>Triathlon Coaching</a:t>
            </a:r>
            <a:endParaRPr lang="en-IN" dirty="0">
              <a:solidFill>
                <a:schemeClr val="accent1">
                  <a:lumMod val="20000"/>
                  <a:lumOff val="80000"/>
                </a:schemeClr>
              </a:solidFill>
              <a:latin typeface="Arial" panose="020B0604020202020204" pitchFamily="34" charset="0"/>
              <a:cs typeface="Arial" panose="020B0604020202020204" pitchFamily="34" charset="0"/>
            </a:endParaRPr>
          </a:p>
          <a:p>
            <a:pPr fontAlgn="t">
              <a:lnSpc>
                <a:spcPct val="150000"/>
              </a:lnSpc>
            </a:pPr>
            <a:r>
              <a:rPr lang="en-IN" sz="1600" dirty="0">
                <a:solidFill>
                  <a:schemeClr val="accent1">
                    <a:lumMod val="20000"/>
                    <a:lumOff val="80000"/>
                  </a:schemeClr>
                </a:solidFill>
                <a:latin typeface="Arial" panose="020B0604020202020204" pitchFamily="34" charset="0"/>
                <a:cs typeface="Arial" panose="020B0604020202020204" pitchFamily="34" charset="0"/>
              </a:rPr>
              <a:t>Swim, Bike, Run integration</a:t>
            </a:r>
          </a:p>
          <a:p>
            <a:pPr fontAlgn="t">
              <a:lnSpc>
                <a:spcPct val="150000"/>
              </a:lnSpc>
            </a:pPr>
            <a:r>
              <a:rPr lang="en-IN" sz="1600" dirty="0">
                <a:solidFill>
                  <a:schemeClr val="accent1">
                    <a:lumMod val="20000"/>
                    <a:lumOff val="80000"/>
                  </a:schemeClr>
                </a:solidFill>
                <a:latin typeface="Arial" panose="020B0604020202020204" pitchFamily="34" charset="0"/>
                <a:cs typeface="Arial" panose="020B0604020202020204" pitchFamily="34" charset="0"/>
              </a:rPr>
              <a:t>Structured training plans</a:t>
            </a:r>
          </a:p>
          <a:p>
            <a:pPr fontAlgn="t">
              <a:lnSpc>
                <a:spcPct val="150000"/>
              </a:lnSpc>
            </a:pPr>
            <a:r>
              <a:rPr lang="en-IN" sz="1600" dirty="0">
                <a:solidFill>
                  <a:schemeClr val="accent1">
                    <a:lumMod val="20000"/>
                    <a:lumOff val="80000"/>
                  </a:schemeClr>
                </a:solidFill>
                <a:latin typeface="Arial" panose="020B0604020202020204" pitchFamily="34" charset="0"/>
                <a:cs typeface="Arial" panose="020B0604020202020204" pitchFamily="34" charset="0"/>
              </a:rPr>
              <a:t>Race strategy guidance</a:t>
            </a:r>
          </a:p>
          <a:p>
            <a:pPr fontAlgn="t">
              <a:lnSpc>
                <a:spcPct val="150000"/>
              </a:lnSpc>
            </a:pPr>
            <a:endParaRPr lang="en-IN" sz="1600" dirty="0">
              <a:solidFill>
                <a:schemeClr val="accent1">
                  <a:lumMod val="20000"/>
                  <a:lumOff val="80000"/>
                </a:schemeClr>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5F594B76-2ED6-F328-C99B-8C17D097A414}"/>
              </a:ext>
            </a:extLst>
          </p:cNvPr>
          <p:cNvSpPr txBox="1"/>
          <p:nvPr/>
        </p:nvSpPr>
        <p:spPr>
          <a:xfrm>
            <a:off x="6090720" y="1125438"/>
            <a:ext cx="6999514" cy="3877985"/>
          </a:xfrm>
          <a:prstGeom prst="rect">
            <a:avLst/>
          </a:prstGeom>
          <a:noFill/>
        </p:spPr>
        <p:txBody>
          <a:bodyPr wrap="square" rtlCol="0">
            <a:spAutoFit/>
          </a:bodyPr>
          <a:lstStyle/>
          <a:p>
            <a:pPr fontAlgn="t">
              <a:lnSpc>
                <a:spcPct val="150000"/>
              </a:lnSpc>
            </a:pPr>
            <a:r>
              <a:rPr lang="en-IN" b="1" dirty="0">
                <a:solidFill>
                  <a:schemeClr val="accent1">
                    <a:lumMod val="20000"/>
                    <a:lumOff val="80000"/>
                  </a:schemeClr>
                </a:solidFill>
                <a:latin typeface="Arial" panose="020B0604020202020204" pitchFamily="34" charset="0"/>
                <a:cs typeface="Arial" panose="020B0604020202020204" pitchFamily="34" charset="0"/>
              </a:rPr>
              <a:t>Performance Nutrition</a:t>
            </a:r>
            <a:endParaRPr lang="en-IN" dirty="0">
              <a:solidFill>
                <a:schemeClr val="accent1">
                  <a:lumMod val="20000"/>
                  <a:lumOff val="80000"/>
                </a:schemeClr>
              </a:solidFill>
              <a:latin typeface="Arial" panose="020B0604020202020204" pitchFamily="34" charset="0"/>
              <a:cs typeface="Arial" panose="020B0604020202020204" pitchFamily="34" charset="0"/>
            </a:endParaRPr>
          </a:p>
          <a:p>
            <a:pPr fontAlgn="t">
              <a:lnSpc>
                <a:spcPct val="150000"/>
              </a:lnSpc>
            </a:pPr>
            <a:r>
              <a:rPr lang="en-IN" sz="1600" dirty="0">
                <a:solidFill>
                  <a:schemeClr val="accent1">
                    <a:lumMod val="20000"/>
                    <a:lumOff val="80000"/>
                  </a:schemeClr>
                </a:solidFill>
                <a:latin typeface="Arial" panose="020B0604020202020204" pitchFamily="34" charset="0"/>
                <a:cs typeface="Arial" panose="020B0604020202020204" pitchFamily="34" charset="0"/>
              </a:rPr>
              <a:t>Sports nutrition fundamentals</a:t>
            </a:r>
          </a:p>
          <a:p>
            <a:pPr fontAlgn="t">
              <a:lnSpc>
                <a:spcPct val="150000"/>
              </a:lnSpc>
            </a:pPr>
            <a:r>
              <a:rPr lang="en-IN" sz="1600" dirty="0">
                <a:solidFill>
                  <a:schemeClr val="accent1">
                    <a:lumMod val="20000"/>
                    <a:lumOff val="80000"/>
                  </a:schemeClr>
                </a:solidFill>
                <a:latin typeface="Arial" panose="020B0604020202020204" pitchFamily="34" charset="0"/>
                <a:cs typeface="Arial" panose="020B0604020202020204" pitchFamily="34" charset="0"/>
              </a:rPr>
              <a:t>Race fuelling strategies</a:t>
            </a:r>
          </a:p>
          <a:p>
            <a:pPr fontAlgn="t">
              <a:lnSpc>
                <a:spcPct val="150000"/>
              </a:lnSpc>
            </a:pPr>
            <a:r>
              <a:rPr lang="en-IN" sz="1600" dirty="0">
                <a:solidFill>
                  <a:schemeClr val="accent1">
                    <a:lumMod val="20000"/>
                    <a:lumOff val="80000"/>
                  </a:schemeClr>
                </a:solidFill>
                <a:latin typeface="Arial" panose="020B0604020202020204" pitchFamily="34" charset="0"/>
                <a:cs typeface="Arial" panose="020B0604020202020204" pitchFamily="34" charset="0"/>
              </a:rPr>
              <a:t>Weight management</a:t>
            </a:r>
          </a:p>
          <a:p>
            <a:pPr fontAlgn="t">
              <a:lnSpc>
                <a:spcPct val="150000"/>
              </a:lnSpc>
            </a:pPr>
            <a:endParaRPr lang="en-IN" sz="1600" dirty="0">
              <a:solidFill>
                <a:schemeClr val="accent1">
                  <a:lumMod val="20000"/>
                  <a:lumOff val="80000"/>
                </a:schemeClr>
              </a:solidFill>
              <a:latin typeface="Arial" panose="020B0604020202020204" pitchFamily="34" charset="0"/>
              <a:cs typeface="Arial" panose="020B0604020202020204" pitchFamily="34" charset="0"/>
            </a:endParaRPr>
          </a:p>
          <a:p>
            <a:pPr fontAlgn="t">
              <a:lnSpc>
                <a:spcPct val="150000"/>
              </a:lnSpc>
            </a:pPr>
            <a:endParaRPr lang="en-IN" sz="1600" dirty="0">
              <a:solidFill>
                <a:schemeClr val="accent1">
                  <a:lumMod val="20000"/>
                  <a:lumOff val="80000"/>
                </a:schemeClr>
              </a:solidFill>
              <a:latin typeface="Arial" panose="020B0604020202020204" pitchFamily="34" charset="0"/>
              <a:cs typeface="Arial" panose="020B0604020202020204" pitchFamily="34" charset="0"/>
            </a:endParaRPr>
          </a:p>
          <a:p>
            <a:pPr fontAlgn="t">
              <a:lnSpc>
                <a:spcPct val="150000"/>
              </a:lnSpc>
            </a:pPr>
            <a:r>
              <a:rPr lang="en-IN" b="1" dirty="0">
                <a:solidFill>
                  <a:schemeClr val="accent1">
                    <a:lumMod val="20000"/>
                    <a:lumOff val="80000"/>
                  </a:schemeClr>
                </a:solidFill>
                <a:latin typeface="Arial" panose="020B0604020202020204" pitchFamily="34" charset="0"/>
                <a:cs typeface="Arial" panose="020B0604020202020204" pitchFamily="34" charset="0"/>
              </a:rPr>
              <a:t>Mindset Development</a:t>
            </a:r>
            <a:endParaRPr lang="en-IN" dirty="0">
              <a:solidFill>
                <a:schemeClr val="accent1">
                  <a:lumMod val="20000"/>
                  <a:lumOff val="80000"/>
                </a:schemeClr>
              </a:solidFill>
              <a:latin typeface="Arial" panose="020B0604020202020204" pitchFamily="34" charset="0"/>
              <a:cs typeface="Arial" panose="020B0604020202020204" pitchFamily="34" charset="0"/>
            </a:endParaRPr>
          </a:p>
          <a:p>
            <a:pPr fontAlgn="t">
              <a:lnSpc>
                <a:spcPct val="150000"/>
              </a:lnSpc>
            </a:pPr>
            <a:r>
              <a:rPr lang="en-IN" sz="1600" dirty="0">
                <a:solidFill>
                  <a:schemeClr val="accent1">
                    <a:lumMod val="20000"/>
                    <a:lumOff val="80000"/>
                  </a:schemeClr>
                </a:solidFill>
                <a:latin typeface="Arial" panose="020B0604020202020204" pitchFamily="34" charset="0"/>
                <a:cs typeface="Arial" panose="020B0604020202020204" pitchFamily="34" charset="0"/>
              </a:rPr>
              <a:t>Resilience coaching</a:t>
            </a:r>
          </a:p>
          <a:p>
            <a:pPr fontAlgn="t">
              <a:lnSpc>
                <a:spcPct val="150000"/>
              </a:lnSpc>
            </a:pPr>
            <a:r>
              <a:rPr lang="en-IN" sz="1600" dirty="0">
                <a:solidFill>
                  <a:schemeClr val="accent1">
                    <a:lumMod val="20000"/>
                    <a:lumOff val="80000"/>
                  </a:schemeClr>
                </a:solidFill>
                <a:latin typeface="Arial" panose="020B0604020202020204" pitchFamily="34" charset="0"/>
                <a:cs typeface="Arial" panose="020B0604020202020204" pitchFamily="34" charset="0"/>
              </a:rPr>
              <a:t>Goal achievement framework</a:t>
            </a:r>
          </a:p>
          <a:p>
            <a:pPr fontAlgn="t">
              <a:lnSpc>
                <a:spcPct val="150000"/>
              </a:lnSpc>
            </a:pPr>
            <a:r>
              <a:rPr lang="en-IN" sz="1600" dirty="0">
                <a:solidFill>
                  <a:schemeClr val="accent1">
                    <a:lumMod val="20000"/>
                    <a:lumOff val="80000"/>
                  </a:schemeClr>
                </a:solidFill>
                <a:latin typeface="Arial" panose="020B0604020202020204" pitchFamily="34" charset="0"/>
                <a:cs typeface="Arial" panose="020B0604020202020204" pitchFamily="34" charset="0"/>
              </a:rPr>
              <a:t>Performance psychology principles</a:t>
            </a:r>
          </a:p>
        </p:txBody>
      </p:sp>
      <p:pic>
        <p:nvPicPr>
          <p:cNvPr id="10" name="ymail_attachmentIdbae3d6b3-e1cb-49da-980e-006707d15fad" descr="Photo attachment: IMG-20260828-WA8280.jpg">
            <a:extLst>
              <a:ext uri="{FF2B5EF4-FFF2-40B4-BE49-F238E27FC236}">
                <a16:creationId xmlns:a16="http://schemas.microsoft.com/office/drawing/2014/main" id="{EC0449E1-5880-70FE-E966-3679EC6CF6F6}"/>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0932000" y="-5727"/>
            <a:ext cx="1260000" cy="120645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162765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C0C43-48FD-88E6-D792-781AD266D40B}"/>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7165E9BD-E354-B1D8-8436-5EB975562B26}"/>
              </a:ext>
            </a:extLst>
          </p:cNvPr>
          <p:cNvPicPr>
            <a:picLocks noChangeAspect="1"/>
          </p:cNvPicPr>
          <p:nvPr/>
        </p:nvPicPr>
        <p:blipFill>
          <a:blip r:embed="rId2"/>
          <a:stretch>
            <a:fillRect/>
          </a:stretch>
        </p:blipFill>
        <p:spPr>
          <a:xfrm>
            <a:off x="0" y="-26578"/>
            <a:ext cx="12192000" cy="6884578"/>
          </a:xfrm>
          <a:prstGeom prst="rect">
            <a:avLst/>
          </a:prstGeom>
        </p:spPr>
      </p:pic>
      <p:sp>
        <p:nvSpPr>
          <p:cNvPr id="15" name="TextBox 14">
            <a:extLst>
              <a:ext uri="{FF2B5EF4-FFF2-40B4-BE49-F238E27FC236}">
                <a16:creationId xmlns:a16="http://schemas.microsoft.com/office/drawing/2014/main" id="{67232C8D-55DF-F578-2C2A-57C1E3CE3C32}"/>
              </a:ext>
            </a:extLst>
          </p:cNvPr>
          <p:cNvSpPr txBox="1"/>
          <p:nvPr/>
        </p:nvSpPr>
        <p:spPr>
          <a:xfrm>
            <a:off x="185057" y="396133"/>
            <a:ext cx="7801110" cy="446276"/>
          </a:xfrm>
          <a:prstGeom prst="rect">
            <a:avLst/>
          </a:prstGeom>
          <a:noFill/>
        </p:spPr>
        <p:txBody>
          <a:bodyPr wrap="none" rtlCol="0">
            <a:spAutoFit/>
          </a:bodyPr>
          <a:lstStyle/>
          <a:p>
            <a:r>
              <a:rPr lang="en-IN" sz="2300" b="1" dirty="0">
                <a:solidFill>
                  <a:schemeClr val="bg1"/>
                </a:solidFill>
                <a:latin typeface="Arial" panose="020B0604020202020204" pitchFamily="34" charset="0"/>
                <a:cs typeface="Arial" panose="020B0604020202020204" pitchFamily="34" charset="0"/>
              </a:rPr>
              <a:t>METAENDURE</a:t>
            </a:r>
            <a:r>
              <a:rPr lang="en-IN" sz="2300" b="1" dirty="0">
                <a:solidFill>
                  <a:srgbClr val="92D050"/>
                </a:solidFill>
                <a:latin typeface="Arial" panose="020B0604020202020204" pitchFamily="34" charset="0"/>
                <a:cs typeface="Arial" panose="020B0604020202020204" pitchFamily="34" charset="0"/>
              </a:rPr>
              <a:t> </a:t>
            </a:r>
            <a:r>
              <a:rPr lang="en-IN" sz="2300" b="1" dirty="0">
                <a:solidFill>
                  <a:schemeClr val="bg1"/>
                </a:solidFill>
                <a:latin typeface="Arial" panose="020B0604020202020204" pitchFamily="34" charset="0"/>
                <a:cs typeface="Arial" panose="020B0604020202020204" pitchFamily="34" charset="0"/>
              </a:rPr>
              <a:t>LABS – </a:t>
            </a:r>
            <a:r>
              <a:rPr lang="en-IN" sz="2300" b="1" dirty="0">
                <a:solidFill>
                  <a:srgbClr val="92D050"/>
                </a:solidFill>
                <a:latin typeface="Arial" panose="020B0604020202020204" pitchFamily="34" charset="0"/>
                <a:cs typeface="Arial" panose="020B0604020202020204" pitchFamily="34" charset="0"/>
              </a:rPr>
              <a:t>OUR PERFORMANCE SYSTEM</a:t>
            </a:r>
          </a:p>
        </p:txBody>
      </p:sp>
      <p:sp>
        <p:nvSpPr>
          <p:cNvPr id="19" name="TextBox 18">
            <a:extLst>
              <a:ext uri="{FF2B5EF4-FFF2-40B4-BE49-F238E27FC236}">
                <a16:creationId xmlns:a16="http://schemas.microsoft.com/office/drawing/2014/main" id="{2A0EAEB3-4855-DE4F-9084-994D876D544F}"/>
              </a:ext>
            </a:extLst>
          </p:cNvPr>
          <p:cNvSpPr txBox="1"/>
          <p:nvPr/>
        </p:nvSpPr>
        <p:spPr>
          <a:xfrm>
            <a:off x="9309672" y="6333418"/>
            <a:ext cx="2890535" cy="369332"/>
          </a:xfrm>
          <a:prstGeom prst="rect">
            <a:avLst/>
          </a:prstGeom>
          <a:noFill/>
        </p:spPr>
        <p:txBody>
          <a:bodyPr wrap="none" rtlCol="0">
            <a:spAutoFit/>
          </a:bodyPr>
          <a:lstStyle/>
          <a:p>
            <a:r>
              <a:rPr lang="en-IN" dirty="0">
                <a:solidFill>
                  <a:schemeClr val="bg1"/>
                </a:solidFill>
              </a:rPr>
              <a:t>www.metaendurelabs.com</a:t>
            </a:r>
          </a:p>
        </p:txBody>
      </p:sp>
      <p:sp>
        <p:nvSpPr>
          <p:cNvPr id="2" name="TextBox 1">
            <a:extLst>
              <a:ext uri="{FF2B5EF4-FFF2-40B4-BE49-F238E27FC236}">
                <a16:creationId xmlns:a16="http://schemas.microsoft.com/office/drawing/2014/main" id="{4885275F-DB8A-4120-1277-32E4FEE1FF50}"/>
              </a:ext>
            </a:extLst>
          </p:cNvPr>
          <p:cNvSpPr txBox="1"/>
          <p:nvPr/>
        </p:nvSpPr>
        <p:spPr>
          <a:xfrm>
            <a:off x="2318657" y="1600200"/>
            <a:ext cx="184731" cy="369332"/>
          </a:xfrm>
          <a:prstGeom prst="rect">
            <a:avLst/>
          </a:prstGeom>
          <a:noFill/>
        </p:spPr>
        <p:txBody>
          <a:bodyPr wrap="none" rtlCol="0">
            <a:spAutoFit/>
          </a:bodyPr>
          <a:lstStyle/>
          <a:p>
            <a:endParaRPr lang="en-IN" dirty="0"/>
          </a:p>
        </p:txBody>
      </p:sp>
      <p:sp>
        <p:nvSpPr>
          <p:cNvPr id="8" name="TextBox 7">
            <a:extLst>
              <a:ext uri="{FF2B5EF4-FFF2-40B4-BE49-F238E27FC236}">
                <a16:creationId xmlns:a16="http://schemas.microsoft.com/office/drawing/2014/main" id="{8B729A5C-B172-3C4D-14A3-8CC2D4DC1706}"/>
              </a:ext>
            </a:extLst>
          </p:cNvPr>
          <p:cNvSpPr txBox="1"/>
          <p:nvPr/>
        </p:nvSpPr>
        <p:spPr>
          <a:xfrm>
            <a:off x="6096000" y="1200724"/>
            <a:ext cx="8251860" cy="3416320"/>
          </a:xfrm>
          <a:prstGeom prst="rect">
            <a:avLst/>
          </a:prstGeom>
          <a:noFill/>
        </p:spPr>
        <p:txBody>
          <a:bodyPr wrap="square" rtlCol="0">
            <a:spAutoFit/>
          </a:bodyPr>
          <a:lstStyle/>
          <a:p>
            <a:pPr fontAlgn="t">
              <a:lnSpc>
                <a:spcPct val="150000"/>
              </a:lnSpc>
            </a:pPr>
            <a:r>
              <a:rPr lang="en-IN" sz="1600" b="1" dirty="0">
                <a:solidFill>
                  <a:schemeClr val="accent1">
                    <a:lumMod val="20000"/>
                    <a:lumOff val="80000"/>
                  </a:schemeClr>
                </a:solidFill>
                <a:latin typeface="Arial" panose="020B0604020202020204" pitchFamily="34" charset="0"/>
                <a:cs typeface="Arial" panose="020B0604020202020204" pitchFamily="34" charset="0"/>
              </a:rPr>
              <a:t>STEP 4: ADAPT</a:t>
            </a:r>
            <a:endParaRPr lang="en-IN" sz="1600" dirty="0">
              <a:solidFill>
                <a:schemeClr val="accent1">
                  <a:lumMod val="20000"/>
                  <a:lumOff val="80000"/>
                </a:schemeClr>
              </a:solidFill>
              <a:latin typeface="Arial" panose="020B0604020202020204" pitchFamily="34" charset="0"/>
              <a:cs typeface="Arial" panose="020B0604020202020204" pitchFamily="34" charset="0"/>
            </a:endParaRPr>
          </a:p>
          <a:p>
            <a:pPr fontAlgn="t">
              <a:lnSpc>
                <a:spcPct val="150000"/>
              </a:lnSpc>
            </a:pPr>
            <a:r>
              <a:rPr lang="en-IN" sz="1600" dirty="0">
                <a:solidFill>
                  <a:schemeClr val="accent1">
                    <a:lumMod val="20000"/>
                    <a:lumOff val="80000"/>
                  </a:schemeClr>
                </a:solidFill>
                <a:latin typeface="Arial" panose="020B0604020202020204" pitchFamily="34" charset="0"/>
                <a:cs typeface="Arial" panose="020B0604020202020204" pitchFamily="34" charset="0"/>
              </a:rPr>
              <a:t>Review performance data and refine the plan continuously.</a:t>
            </a:r>
          </a:p>
          <a:p>
            <a:pPr fontAlgn="t">
              <a:lnSpc>
                <a:spcPct val="150000"/>
              </a:lnSpc>
            </a:pPr>
            <a:endParaRPr lang="en-IN" sz="1600" dirty="0">
              <a:solidFill>
                <a:schemeClr val="accent1">
                  <a:lumMod val="20000"/>
                  <a:lumOff val="80000"/>
                </a:schemeClr>
              </a:solidFill>
              <a:latin typeface="Arial" panose="020B0604020202020204" pitchFamily="34" charset="0"/>
              <a:cs typeface="Arial" panose="020B0604020202020204" pitchFamily="34" charset="0"/>
            </a:endParaRPr>
          </a:p>
          <a:p>
            <a:pPr fontAlgn="t">
              <a:lnSpc>
                <a:spcPct val="150000"/>
              </a:lnSpc>
            </a:pPr>
            <a:r>
              <a:rPr lang="en-IN" sz="1600" b="1" dirty="0">
                <a:solidFill>
                  <a:schemeClr val="accent1">
                    <a:lumMod val="20000"/>
                    <a:lumOff val="80000"/>
                  </a:schemeClr>
                </a:solidFill>
                <a:latin typeface="Arial" panose="020B0604020202020204" pitchFamily="34" charset="0"/>
                <a:cs typeface="Arial" panose="020B0604020202020204" pitchFamily="34" charset="0"/>
              </a:rPr>
              <a:t>STEP 5: ACHIEVE</a:t>
            </a:r>
            <a:endParaRPr lang="en-IN" sz="1600" dirty="0">
              <a:solidFill>
                <a:schemeClr val="accent1">
                  <a:lumMod val="20000"/>
                  <a:lumOff val="80000"/>
                </a:schemeClr>
              </a:solidFill>
              <a:latin typeface="Arial" panose="020B0604020202020204" pitchFamily="34" charset="0"/>
              <a:cs typeface="Arial" panose="020B0604020202020204" pitchFamily="34" charset="0"/>
            </a:endParaRPr>
          </a:p>
          <a:p>
            <a:pPr fontAlgn="t">
              <a:lnSpc>
                <a:spcPct val="150000"/>
              </a:lnSpc>
            </a:pPr>
            <a:r>
              <a:rPr lang="en-IN" sz="1600" dirty="0">
                <a:solidFill>
                  <a:schemeClr val="accent1">
                    <a:lumMod val="20000"/>
                    <a:lumOff val="80000"/>
                  </a:schemeClr>
                </a:solidFill>
                <a:latin typeface="Arial" panose="020B0604020202020204" pitchFamily="34" charset="0"/>
                <a:cs typeface="Arial" panose="020B0604020202020204" pitchFamily="34" charset="0"/>
              </a:rPr>
              <a:t>Deliver measurable improvements and sustainable results.</a:t>
            </a:r>
          </a:p>
          <a:p>
            <a:pPr fontAlgn="t">
              <a:lnSpc>
                <a:spcPct val="150000"/>
              </a:lnSpc>
            </a:pPr>
            <a:endParaRPr lang="en-IN" sz="1600" dirty="0">
              <a:solidFill>
                <a:schemeClr val="accent1">
                  <a:lumMod val="20000"/>
                  <a:lumOff val="80000"/>
                </a:schemeClr>
              </a:solidFill>
              <a:latin typeface="Arial" panose="020B0604020202020204" pitchFamily="34" charset="0"/>
              <a:cs typeface="Arial" panose="020B0604020202020204" pitchFamily="34" charset="0"/>
            </a:endParaRPr>
          </a:p>
          <a:p>
            <a:pPr fontAlgn="t">
              <a:lnSpc>
                <a:spcPct val="150000"/>
              </a:lnSpc>
            </a:pPr>
            <a:r>
              <a:rPr lang="en-IN" sz="1600" b="1" dirty="0">
                <a:solidFill>
                  <a:schemeClr val="accent1">
                    <a:lumMod val="20000"/>
                    <a:lumOff val="80000"/>
                  </a:schemeClr>
                </a:solidFill>
                <a:latin typeface="Arial" panose="020B0604020202020204" pitchFamily="34" charset="0"/>
                <a:cs typeface="Arial" panose="020B0604020202020204" pitchFamily="34" charset="0"/>
              </a:rPr>
              <a:t>STEP 6: EVOLVE</a:t>
            </a:r>
            <a:endParaRPr lang="en-IN" sz="1600" dirty="0">
              <a:solidFill>
                <a:schemeClr val="accent1">
                  <a:lumMod val="20000"/>
                  <a:lumOff val="80000"/>
                </a:schemeClr>
              </a:solidFill>
              <a:latin typeface="Arial" panose="020B0604020202020204" pitchFamily="34" charset="0"/>
              <a:cs typeface="Arial" panose="020B0604020202020204" pitchFamily="34" charset="0"/>
            </a:endParaRPr>
          </a:p>
          <a:p>
            <a:pPr fontAlgn="t">
              <a:lnSpc>
                <a:spcPct val="150000"/>
              </a:lnSpc>
            </a:pPr>
            <a:r>
              <a:rPr lang="en-IN" sz="1600" dirty="0">
                <a:solidFill>
                  <a:schemeClr val="accent1">
                    <a:lumMod val="20000"/>
                    <a:lumOff val="80000"/>
                  </a:schemeClr>
                </a:solidFill>
                <a:latin typeface="Arial" panose="020B0604020202020204" pitchFamily="34" charset="0"/>
                <a:cs typeface="Arial" panose="020B0604020202020204" pitchFamily="34" charset="0"/>
              </a:rPr>
              <a:t>Create lifelong habits that drive continuous growth.</a:t>
            </a:r>
          </a:p>
          <a:p>
            <a:pPr fontAlgn="t">
              <a:lnSpc>
                <a:spcPct val="150000"/>
              </a:lnSpc>
            </a:pPr>
            <a:r>
              <a:rPr lang="en-IN" sz="1600" b="1" dirty="0">
                <a:solidFill>
                  <a:schemeClr val="accent1">
                    <a:lumMod val="20000"/>
                    <a:lumOff val="80000"/>
                  </a:schemeClr>
                </a:solidFill>
                <a:latin typeface="Arial" panose="020B0604020202020204" pitchFamily="34" charset="0"/>
                <a:cs typeface="Arial" panose="020B0604020202020204" pitchFamily="34" charset="0"/>
              </a:rPr>
              <a:t>Endure → Evolve → Excel</a:t>
            </a:r>
            <a:endParaRPr lang="en-IN" sz="1600" dirty="0">
              <a:solidFill>
                <a:schemeClr val="accent1">
                  <a:lumMod val="20000"/>
                  <a:lumOff val="80000"/>
                </a:schemeClr>
              </a:solidFill>
              <a:latin typeface="Arial" panose="020B0604020202020204" pitchFamily="34" charset="0"/>
              <a:cs typeface="Arial" panose="020B0604020202020204" pitchFamily="34" charset="0"/>
            </a:endParaRPr>
          </a:p>
        </p:txBody>
      </p:sp>
      <p:pic>
        <p:nvPicPr>
          <p:cNvPr id="10" name="ymail_attachmentIdbae3d6b3-e1cb-49da-980e-006707d15fad" descr="Photo attachment: IMG-20260828-WA8280.jpg">
            <a:extLst>
              <a:ext uri="{FF2B5EF4-FFF2-40B4-BE49-F238E27FC236}">
                <a16:creationId xmlns:a16="http://schemas.microsoft.com/office/drawing/2014/main" id="{E9CEB95E-52F1-98C3-0375-A3F9155D9090}"/>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0932000" y="-5727"/>
            <a:ext cx="1260000" cy="120645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542A5C83-44E3-A324-4B1E-F7446D91AED8}"/>
              </a:ext>
            </a:extLst>
          </p:cNvPr>
          <p:cNvSpPr txBox="1"/>
          <p:nvPr/>
        </p:nvSpPr>
        <p:spPr>
          <a:xfrm>
            <a:off x="185057" y="1200724"/>
            <a:ext cx="6999514" cy="3416320"/>
          </a:xfrm>
          <a:prstGeom prst="rect">
            <a:avLst/>
          </a:prstGeom>
          <a:noFill/>
        </p:spPr>
        <p:txBody>
          <a:bodyPr wrap="square" rtlCol="0">
            <a:spAutoFit/>
          </a:bodyPr>
          <a:lstStyle/>
          <a:p>
            <a:pPr fontAlgn="t">
              <a:lnSpc>
                <a:spcPct val="150000"/>
              </a:lnSpc>
            </a:pPr>
            <a:r>
              <a:rPr lang="en-IN" sz="1600" b="1" dirty="0">
                <a:solidFill>
                  <a:schemeClr val="accent1">
                    <a:lumMod val="20000"/>
                    <a:lumOff val="80000"/>
                  </a:schemeClr>
                </a:solidFill>
                <a:latin typeface="Arial" panose="020B0604020202020204" pitchFamily="34" charset="0"/>
                <a:cs typeface="Arial" panose="020B0604020202020204" pitchFamily="34" charset="0"/>
              </a:rPr>
              <a:t>STEP 1: ASSESS</a:t>
            </a:r>
            <a:endParaRPr lang="en-IN" sz="1600" dirty="0">
              <a:solidFill>
                <a:schemeClr val="accent1">
                  <a:lumMod val="20000"/>
                  <a:lumOff val="80000"/>
                </a:schemeClr>
              </a:solidFill>
              <a:latin typeface="Arial" panose="020B0604020202020204" pitchFamily="34" charset="0"/>
              <a:cs typeface="Arial" panose="020B0604020202020204" pitchFamily="34" charset="0"/>
            </a:endParaRPr>
          </a:p>
          <a:p>
            <a:pPr fontAlgn="t">
              <a:lnSpc>
                <a:spcPct val="150000"/>
              </a:lnSpc>
            </a:pPr>
            <a:r>
              <a:rPr lang="en-IN" sz="1600" dirty="0">
                <a:solidFill>
                  <a:schemeClr val="accent1">
                    <a:lumMod val="20000"/>
                    <a:lumOff val="80000"/>
                  </a:schemeClr>
                </a:solidFill>
                <a:latin typeface="Arial" panose="020B0604020202020204" pitchFamily="34" charset="0"/>
                <a:cs typeface="Arial" panose="020B0604020202020204" pitchFamily="34" charset="0"/>
              </a:rPr>
              <a:t>Understand current fitness, habits, lifestyle, and goals.</a:t>
            </a:r>
          </a:p>
          <a:p>
            <a:pPr fontAlgn="t">
              <a:lnSpc>
                <a:spcPct val="150000"/>
              </a:lnSpc>
            </a:pPr>
            <a:endParaRPr lang="en-IN" sz="1600" dirty="0">
              <a:solidFill>
                <a:schemeClr val="accent1">
                  <a:lumMod val="20000"/>
                  <a:lumOff val="80000"/>
                </a:schemeClr>
              </a:solidFill>
              <a:latin typeface="Arial" panose="020B0604020202020204" pitchFamily="34" charset="0"/>
              <a:cs typeface="Arial" panose="020B0604020202020204" pitchFamily="34" charset="0"/>
            </a:endParaRPr>
          </a:p>
          <a:p>
            <a:pPr fontAlgn="t">
              <a:lnSpc>
                <a:spcPct val="150000"/>
              </a:lnSpc>
            </a:pPr>
            <a:r>
              <a:rPr lang="en-IN" sz="1600" b="1" dirty="0">
                <a:solidFill>
                  <a:schemeClr val="accent1">
                    <a:lumMod val="20000"/>
                    <a:lumOff val="80000"/>
                  </a:schemeClr>
                </a:solidFill>
                <a:latin typeface="Arial" panose="020B0604020202020204" pitchFamily="34" charset="0"/>
                <a:cs typeface="Arial" panose="020B0604020202020204" pitchFamily="34" charset="0"/>
              </a:rPr>
              <a:t>STEP 2: PLAN</a:t>
            </a:r>
            <a:endParaRPr lang="en-IN" sz="1600" dirty="0">
              <a:solidFill>
                <a:schemeClr val="accent1">
                  <a:lumMod val="20000"/>
                  <a:lumOff val="80000"/>
                </a:schemeClr>
              </a:solidFill>
              <a:latin typeface="Arial" panose="020B0604020202020204" pitchFamily="34" charset="0"/>
              <a:cs typeface="Arial" panose="020B0604020202020204" pitchFamily="34" charset="0"/>
            </a:endParaRPr>
          </a:p>
          <a:p>
            <a:pPr fontAlgn="t">
              <a:lnSpc>
                <a:spcPct val="150000"/>
              </a:lnSpc>
            </a:pPr>
            <a:r>
              <a:rPr lang="en-IN" sz="1600" dirty="0">
                <a:solidFill>
                  <a:schemeClr val="accent1">
                    <a:lumMod val="20000"/>
                    <a:lumOff val="80000"/>
                  </a:schemeClr>
                </a:solidFill>
                <a:latin typeface="Arial" panose="020B0604020202020204" pitchFamily="34" charset="0"/>
                <a:cs typeface="Arial" panose="020B0604020202020204" pitchFamily="34" charset="0"/>
              </a:rPr>
              <a:t>Build a science-backed roadmap tailored to the individual.</a:t>
            </a:r>
          </a:p>
          <a:p>
            <a:pPr fontAlgn="t">
              <a:lnSpc>
                <a:spcPct val="150000"/>
              </a:lnSpc>
            </a:pPr>
            <a:endParaRPr lang="en-IN" sz="1600" dirty="0">
              <a:solidFill>
                <a:schemeClr val="accent1">
                  <a:lumMod val="20000"/>
                  <a:lumOff val="80000"/>
                </a:schemeClr>
              </a:solidFill>
              <a:latin typeface="Arial" panose="020B0604020202020204" pitchFamily="34" charset="0"/>
              <a:cs typeface="Arial" panose="020B0604020202020204" pitchFamily="34" charset="0"/>
            </a:endParaRPr>
          </a:p>
          <a:p>
            <a:pPr fontAlgn="t">
              <a:lnSpc>
                <a:spcPct val="150000"/>
              </a:lnSpc>
            </a:pPr>
            <a:r>
              <a:rPr lang="en-IN" sz="1600" b="1" dirty="0">
                <a:solidFill>
                  <a:schemeClr val="accent1">
                    <a:lumMod val="20000"/>
                    <a:lumOff val="80000"/>
                  </a:schemeClr>
                </a:solidFill>
                <a:latin typeface="Arial" panose="020B0604020202020204" pitchFamily="34" charset="0"/>
                <a:cs typeface="Arial" panose="020B0604020202020204" pitchFamily="34" charset="0"/>
              </a:rPr>
              <a:t>STEP 3: EXECUTE</a:t>
            </a:r>
            <a:endParaRPr lang="en-IN" sz="1600" dirty="0">
              <a:solidFill>
                <a:schemeClr val="accent1">
                  <a:lumMod val="20000"/>
                  <a:lumOff val="80000"/>
                </a:schemeClr>
              </a:solidFill>
              <a:latin typeface="Arial" panose="020B0604020202020204" pitchFamily="34" charset="0"/>
              <a:cs typeface="Arial" panose="020B0604020202020204" pitchFamily="34" charset="0"/>
            </a:endParaRPr>
          </a:p>
          <a:p>
            <a:pPr fontAlgn="t">
              <a:lnSpc>
                <a:spcPct val="150000"/>
              </a:lnSpc>
            </a:pPr>
            <a:r>
              <a:rPr lang="en-IN" sz="1600" dirty="0">
                <a:solidFill>
                  <a:schemeClr val="accent1">
                    <a:lumMod val="20000"/>
                    <a:lumOff val="80000"/>
                  </a:schemeClr>
                </a:solidFill>
                <a:latin typeface="Arial" panose="020B0604020202020204" pitchFamily="34" charset="0"/>
                <a:cs typeface="Arial" panose="020B0604020202020204" pitchFamily="34" charset="0"/>
              </a:rPr>
              <a:t>Apply structured training, nutrition, and recovery strategies.</a:t>
            </a:r>
          </a:p>
          <a:p>
            <a:pPr fontAlgn="t">
              <a:lnSpc>
                <a:spcPct val="150000"/>
              </a:lnSpc>
            </a:pPr>
            <a:endParaRPr lang="en-IN" sz="1600" dirty="0">
              <a:solidFill>
                <a:schemeClr val="accent1">
                  <a:lumMod val="20000"/>
                  <a:lumOff val="8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256199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0F3C7-B83F-92DA-C2F6-092C9C86FD08}"/>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92AAC0CB-72CF-23BA-70E3-1A863448C2DE}"/>
              </a:ext>
            </a:extLst>
          </p:cNvPr>
          <p:cNvPicPr>
            <a:picLocks noChangeAspect="1"/>
          </p:cNvPicPr>
          <p:nvPr/>
        </p:nvPicPr>
        <p:blipFill>
          <a:blip r:embed="rId2"/>
          <a:stretch>
            <a:fillRect/>
          </a:stretch>
        </p:blipFill>
        <p:spPr>
          <a:xfrm>
            <a:off x="0" y="-26578"/>
            <a:ext cx="12192000" cy="6884578"/>
          </a:xfrm>
          <a:prstGeom prst="rect">
            <a:avLst/>
          </a:prstGeom>
        </p:spPr>
      </p:pic>
      <p:sp>
        <p:nvSpPr>
          <p:cNvPr id="15" name="TextBox 14">
            <a:extLst>
              <a:ext uri="{FF2B5EF4-FFF2-40B4-BE49-F238E27FC236}">
                <a16:creationId xmlns:a16="http://schemas.microsoft.com/office/drawing/2014/main" id="{03674447-0A60-3DC6-D09B-8E5C80AD1AE9}"/>
              </a:ext>
            </a:extLst>
          </p:cNvPr>
          <p:cNvSpPr txBox="1"/>
          <p:nvPr/>
        </p:nvSpPr>
        <p:spPr>
          <a:xfrm>
            <a:off x="185057" y="396133"/>
            <a:ext cx="7695889" cy="446276"/>
          </a:xfrm>
          <a:prstGeom prst="rect">
            <a:avLst/>
          </a:prstGeom>
          <a:noFill/>
        </p:spPr>
        <p:txBody>
          <a:bodyPr wrap="none" rtlCol="0">
            <a:spAutoFit/>
          </a:bodyPr>
          <a:lstStyle/>
          <a:p>
            <a:r>
              <a:rPr lang="en-IN" sz="2300" b="1" dirty="0">
                <a:solidFill>
                  <a:schemeClr val="bg1"/>
                </a:solidFill>
                <a:latin typeface="Arial" panose="020B0604020202020204" pitchFamily="34" charset="0"/>
                <a:cs typeface="Arial" panose="020B0604020202020204" pitchFamily="34" charset="0"/>
              </a:rPr>
              <a:t>METAENDURE</a:t>
            </a:r>
            <a:r>
              <a:rPr lang="en-IN" sz="2300" b="1" dirty="0">
                <a:solidFill>
                  <a:srgbClr val="92D050"/>
                </a:solidFill>
                <a:latin typeface="Arial" panose="020B0604020202020204" pitchFamily="34" charset="0"/>
                <a:cs typeface="Arial" panose="020B0604020202020204" pitchFamily="34" charset="0"/>
              </a:rPr>
              <a:t> </a:t>
            </a:r>
            <a:r>
              <a:rPr lang="en-IN" sz="2300" b="1" dirty="0">
                <a:solidFill>
                  <a:schemeClr val="bg1"/>
                </a:solidFill>
                <a:latin typeface="Arial" panose="020B0604020202020204" pitchFamily="34" charset="0"/>
                <a:cs typeface="Arial" panose="020B0604020202020204" pitchFamily="34" charset="0"/>
              </a:rPr>
              <a:t>LABS – </a:t>
            </a:r>
            <a:r>
              <a:rPr lang="en-IN" sz="2300" b="1" dirty="0">
                <a:solidFill>
                  <a:srgbClr val="92D050"/>
                </a:solidFill>
                <a:latin typeface="Arial" panose="020B0604020202020204" pitchFamily="34" charset="0"/>
                <a:cs typeface="Arial" panose="020B0604020202020204" pitchFamily="34" charset="0"/>
              </a:rPr>
              <a:t>WHAT MAKES US DIFFERENT</a:t>
            </a:r>
          </a:p>
        </p:txBody>
      </p:sp>
      <p:sp>
        <p:nvSpPr>
          <p:cNvPr id="19" name="TextBox 18">
            <a:extLst>
              <a:ext uri="{FF2B5EF4-FFF2-40B4-BE49-F238E27FC236}">
                <a16:creationId xmlns:a16="http://schemas.microsoft.com/office/drawing/2014/main" id="{1BA7DB4B-DF56-2DE6-705B-A5218E221EDE}"/>
              </a:ext>
            </a:extLst>
          </p:cNvPr>
          <p:cNvSpPr txBox="1"/>
          <p:nvPr/>
        </p:nvSpPr>
        <p:spPr>
          <a:xfrm>
            <a:off x="9309672" y="6333418"/>
            <a:ext cx="2890535" cy="369332"/>
          </a:xfrm>
          <a:prstGeom prst="rect">
            <a:avLst/>
          </a:prstGeom>
          <a:noFill/>
        </p:spPr>
        <p:txBody>
          <a:bodyPr wrap="none" rtlCol="0">
            <a:spAutoFit/>
          </a:bodyPr>
          <a:lstStyle/>
          <a:p>
            <a:r>
              <a:rPr lang="en-IN" dirty="0">
                <a:solidFill>
                  <a:schemeClr val="bg1"/>
                </a:solidFill>
              </a:rPr>
              <a:t>www.metaendurelabs.com</a:t>
            </a:r>
          </a:p>
        </p:txBody>
      </p:sp>
      <p:sp>
        <p:nvSpPr>
          <p:cNvPr id="2" name="TextBox 1">
            <a:extLst>
              <a:ext uri="{FF2B5EF4-FFF2-40B4-BE49-F238E27FC236}">
                <a16:creationId xmlns:a16="http://schemas.microsoft.com/office/drawing/2014/main" id="{02036664-5361-74FD-4902-D4519A3395B0}"/>
              </a:ext>
            </a:extLst>
          </p:cNvPr>
          <p:cNvSpPr txBox="1"/>
          <p:nvPr/>
        </p:nvSpPr>
        <p:spPr>
          <a:xfrm>
            <a:off x="2318657" y="1600200"/>
            <a:ext cx="184731" cy="369332"/>
          </a:xfrm>
          <a:prstGeom prst="rect">
            <a:avLst/>
          </a:prstGeom>
          <a:noFill/>
        </p:spPr>
        <p:txBody>
          <a:bodyPr wrap="none" rtlCol="0">
            <a:spAutoFit/>
          </a:bodyPr>
          <a:lstStyle/>
          <a:p>
            <a:endParaRPr lang="en-IN" dirty="0"/>
          </a:p>
        </p:txBody>
      </p:sp>
      <p:pic>
        <p:nvPicPr>
          <p:cNvPr id="10" name="ymail_attachmentIdbae3d6b3-e1cb-49da-980e-006707d15fad" descr="Photo attachment: IMG-20260828-WA8280.jpg">
            <a:extLst>
              <a:ext uri="{FF2B5EF4-FFF2-40B4-BE49-F238E27FC236}">
                <a16:creationId xmlns:a16="http://schemas.microsoft.com/office/drawing/2014/main" id="{FCCD3911-8EE5-9F25-6D70-1A4AE1637813}"/>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0932000" y="-5727"/>
            <a:ext cx="1260000" cy="120645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F8681C33-0ED5-AE0C-0BC4-5A7DF69E5C98}"/>
              </a:ext>
            </a:extLst>
          </p:cNvPr>
          <p:cNvSpPr txBox="1"/>
          <p:nvPr/>
        </p:nvSpPr>
        <p:spPr>
          <a:xfrm>
            <a:off x="206682" y="1103298"/>
            <a:ext cx="10548257" cy="5493812"/>
          </a:xfrm>
          <a:prstGeom prst="rect">
            <a:avLst/>
          </a:prstGeom>
          <a:noFill/>
        </p:spPr>
        <p:txBody>
          <a:bodyPr wrap="square" rtlCol="0">
            <a:spAutoFit/>
          </a:bodyPr>
          <a:lstStyle/>
          <a:p>
            <a:pPr fontAlgn="t">
              <a:lnSpc>
                <a:spcPct val="150000"/>
              </a:lnSpc>
            </a:pPr>
            <a:r>
              <a:rPr lang="en-IN" b="1" dirty="0">
                <a:solidFill>
                  <a:schemeClr val="accent1">
                    <a:lumMod val="20000"/>
                    <a:lumOff val="80000"/>
                  </a:schemeClr>
                </a:solidFill>
                <a:latin typeface="Arial" panose="020B0604020202020204" pitchFamily="34" charset="0"/>
                <a:cs typeface="Arial" panose="020B0604020202020204" pitchFamily="34" charset="0"/>
              </a:rPr>
              <a:t>Real Experience</a:t>
            </a:r>
            <a:endParaRPr lang="en-IN" dirty="0">
              <a:solidFill>
                <a:schemeClr val="accent1">
                  <a:lumMod val="20000"/>
                  <a:lumOff val="80000"/>
                </a:schemeClr>
              </a:solidFill>
              <a:latin typeface="Arial" panose="020B0604020202020204" pitchFamily="34" charset="0"/>
              <a:cs typeface="Arial" panose="020B0604020202020204" pitchFamily="34" charset="0"/>
            </a:endParaRPr>
          </a:p>
          <a:p>
            <a:pPr fontAlgn="t">
              <a:lnSpc>
                <a:spcPct val="150000"/>
              </a:lnSpc>
            </a:pPr>
            <a:r>
              <a:rPr lang="en-IN" sz="1600" dirty="0">
                <a:solidFill>
                  <a:schemeClr val="accent1">
                    <a:lumMod val="20000"/>
                    <a:lumOff val="80000"/>
                  </a:schemeClr>
                </a:solidFill>
                <a:latin typeface="Arial" panose="020B0604020202020204" pitchFamily="34" charset="0"/>
                <a:cs typeface="Arial" panose="020B0604020202020204" pitchFamily="34" charset="0"/>
              </a:rPr>
              <a:t>Built from a decade-long personal transformation journey.</a:t>
            </a:r>
          </a:p>
          <a:p>
            <a:pPr fontAlgn="t">
              <a:lnSpc>
                <a:spcPct val="150000"/>
              </a:lnSpc>
            </a:pPr>
            <a:endParaRPr lang="en-IN" sz="1600" dirty="0">
              <a:solidFill>
                <a:schemeClr val="accent1">
                  <a:lumMod val="20000"/>
                  <a:lumOff val="80000"/>
                </a:schemeClr>
              </a:solidFill>
              <a:latin typeface="Arial" panose="020B0604020202020204" pitchFamily="34" charset="0"/>
              <a:cs typeface="Arial" panose="020B0604020202020204" pitchFamily="34" charset="0"/>
            </a:endParaRPr>
          </a:p>
          <a:p>
            <a:pPr fontAlgn="t">
              <a:lnSpc>
                <a:spcPct val="150000"/>
              </a:lnSpc>
            </a:pPr>
            <a:r>
              <a:rPr lang="en-IN" b="1" dirty="0">
                <a:solidFill>
                  <a:schemeClr val="accent1">
                    <a:lumMod val="20000"/>
                    <a:lumOff val="80000"/>
                  </a:schemeClr>
                </a:solidFill>
                <a:latin typeface="Arial" panose="020B0604020202020204" pitchFamily="34" charset="0"/>
                <a:cs typeface="Arial" panose="020B0604020202020204" pitchFamily="34" charset="0"/>
              </a:rPr>
              <a:t>Science-Backed Approach</a:t>
            </a:r>
            <a:endParaRPr lang="en-IN" dirty="0">
              <a:solidFill>
                <a:schemeClr val="accent1">
                  <a:lumMod val="20000"/>
                  <a:lumOff val="80000"/>
                </a:schemeClr>
              </a:solidFill>
              <a:latin typeface="Arial" panose="020B0604020202020204" pitchFamily="34" charset="0"/>
              <a:cs typeface="Arial" panose="020B0604020202020204" pitchFamily="34" charset="0"/>
            </a:endParaRPr>
          </a:p>
          <a:p>
            <a:pPr fontAlgn="t">
              <a:lnSpc>
                <a:spcPct val="150000"/>
              </a:lnSpc>
            </a:pPr>
            <a:r>
              <a:rPr lang="en-IN" sz="1600" dirty="0">
                <a:solidFill>
                  <a:schemeClr val="accent1">
                    <a:lumMod val="20000"/>
                    <a:lumOff val="80000"/>
                  </a:schemeClr>
                </a:solidFill>
                <a:latin typeface="Arial" panose="020B0604020202020204" pitchFamily="34" charset="0"/>
                <a:cs typeface="Arial" panose="020B0604020202020204" pitchFamily="34" charset="0"/>
              </a:rPr>
              <a:t>Training decisions driven by evidence, not guess work.</a:t>
            </a:r>
          </a:p>
          <a:p>
            <a:pPr fontAlgn="t">
              <a:lnSpc>
                <a:spcPct val="150000"/>
              </a:lnSpc>
            </a:pPr>
            <a:endParaRPr lang="en-IN" sz="1600" dirty="0">
              <a:solidFill>
                <a:schemeClr val="accent1">
                  <a:lumMod val="20000"/>
                  <a:lumOff val="80000"/>
                </a:schemeClr>
              </a:solidFill>
              <a:latin typeface="Arial" panose="020B0604020202020204" pitchFamily="34" charset="0"/>
              <a:cs typeface="Arial" panose="020B0604020202020204" pitchFamily="34" charset="0"/>
            </a:endParaRPr>
          </a:p>
          <a:p>
            <a:pPr fontAlgn="t">
              <a:lnSpc>
                <a:spcPct val="150000"/>
              </a:lnSpc>
            </a:pPr>
            <a:r>
              <a:rPr lang="en-IN" b="1" dirty="0">
                <a:solidFill>
                  <a:schemeClr val="accent1">
                    <a:lumMod val="20000"/>
                    <a:lumOff val="80000"/>
                  </a:schemeClr>
                </a:solidFill>
                <a:latin typeface="Arial" panose="020B0604020202020204" pitchFamily="34" charset="0"/>
                <a:cs typeface="Arial" panose="020B0604020202020204" pitchFamily="34" charset="0"/>
              </a:rPr>
              <a:t>Holistic Development</a:t>
            </a:r>
            <a:endParaRPr lang="en-IN" dirty="0">
              <a:solidFill>
                <a:schemeClr val="accent1">
                  <a:lumMod val="20000"/>
                  <a:lumOff val="80000"/>
                </a:schemeClr>
              </a:solidFill>
              <a:latin typeface="Arial" panose="020B0604020202020204" pitchFamily="34" charset="0"/>
              <a:cs typeface="Arial" panose="020B0604020202020204" pitchFamily="34" charset="0"/>
            </a:endParaRPr>
          </a:p>
          <a:p>
            <a:pPr fontAlgn="t">
              <a:lnSpc>
                <a:spcPct val="150000"/>
              </a:lnSpc>
            </a:pPr>
            <a:r>
              <a:rPr lang="en-IN" sz="1600" dirty="0">
                <a:solidFill>
                  <a:schemeClr val="accent1">
                    <a:lumMod val="20000"/>
                    <a:lumOff val="80000"/>
                  </a:schemeClr>
                </a:solidFill>
                <a:latin typeface="Arial" panose="020B0604020202020204" pitchFamily="34" charset="0"/>
                <a:cs typeface="Arial" panose="020B0604020202020204" pitchFamily="34" charset="0"/>
              </a:rPr>
              <a:t>Fitness, nutrition, mindset, recovery, and habits integrated into one system.</a:t>
            </a:r>
          </a:p>
          <a:p>
            <a:pPr fontAlgn="t">
              <a:lnSpc>
                <a:spcPct val="150000"/>
              </a:lnSpc>
            </a:pPr>
            <a:endParaRPr lang="en-IN" sz="1600" dirty="0">
              <a:solidFill>
                <a:schemeClr val="accent1">
                  <a:lumMod val="20000"/>
                  <a:lumOff val="80000"/>
                </a:schemeClr>
              </a:solidFill>
              <a:latin typeface="Arial" panose="020B0604020202020204" pitchFamily="34" charset="0"/>
              <a:cs typeface="Arial" panose="020B0604020202020204" pitchFamily="34" charset="0"/>
            </a:endParaRPr>
          </a:p>
          <a:p>
            <a:pPr fontAlgn="t">
              <a:lnSpc>
                <a:spcPct val="150000"/>
              </a:lnSpc>
            </a:pPr>
            <a:r>
              <a:rPr lang="en-IN" b="1" dirty="0">
                <a:solidFill>
                  <a:schemeClr val="accent1">
                    <a:lumMod val="20000"/>
                    <a:lumOff val="80000"/>
                  </a:schemeClr>
                </a:solidFill>
                <a:latin typeface="Arial" panose="020B0604020202020204" pitchFamily="34" charset="0"/>
                <a:cs typeface="Arial" panose="020B0604020202020204" pitchFamily="34" charset="0"/>
              </a:rPr>
              <a:t>Sustainable Results</a:t>
            </a:r>
            <a:endParaRPr lang="en-IN" dirty="0">
              <a:solidFill>
                <a:schemeClr val="accent1">
                  <a:lumMod val="20000"/>
                  <a:lumOff val="80000"/>
                </a:schemeClr>
              </a:solidFill>
              <a:latin typeface="Arial" panose="020B0604020202020204" pitchFamily="34" charset="0"/>
              <a:cs typeface="Arial" panose="020B0604020202020204" pitchFamily="34" charset="0"/>
            </a:endParaRPr>
          </a:p>
          <a:p>
            <a:pPr fontAlgn="t">
              <a:lnSpc>
                <a:spcPct val="150000"/>
              </a:lnSpc>
            </a:pPr>
            <a:r>
              <a:rPr lang="en-IN" sz="1600" dirty="0">
                <a:solidFill>
                  <a:schemeClr val="accent1">
                    <a:lumMod val="20000"/>
                    <a:lumOff val="80000"/>
                  </a:schemeClr>
                </a:solidFill>
                <a:latin typeface="Arial" panose="020B0604020202020204" pitchFamily="34" charset="0"/>
                <a:cs typeface="Arial" panose="020B0604020202020204" pitchFamily="34" charset="0"/>
              </a:rPr>
              <a:t>Focus on long-term performance rather than short-term motivation.</a:t>
            </a:r>
          </a:p>
          <a:p>
            <a:pPr fontAlgn="t">
              <a:lnSpc>
                <a:spcPct val="150000"/>
              </a:lnSpc>
            </a:pPr>
            <a:endParaRPr lang="en-IN" sz="1600" dirty="0">
              <a:solidFill>
                <a:schemeClr val="accent1">
                  <a:lumMod val="20000"/>
                  <a:lumOff val="80000"/>
                </a:schemeClr>
              </a:solidFill>
              <a:latin typeface="Arial" panose="020B0604020202020204" pitchFamily="34" charset="0"/>
              <a:cs typeface="Arial" panose="020B0604020202020204" pitchFamily="34" charset="0"/>
            </a:endParaRPr>
          </a:p>
          <a:p>
            <a:pPr fontAlgn="t">
              <a:lnSpc>
                <a:spcPct val="150000"/>
              </a:lnSpc>
            </a:pPr>
            <a:r>
              <a:rPr lang="en-IN" b="1" dirty="0">
                <a:solidFill>
                  <a:schemeClr val="accent1">
                    <a:lumMod val="20000"/>
                    <a:lumOff val="80000"/>
                  </a:schemeClr>
                </a:solidFill>
                <a:latin typeface="Arial" panose="020B0604020202020204" pitchFamily="34" charset="0"/>
                <a:cs typeface="Arial" panose="020B0604020202020204" pitchFamily="34" charset="0"/>
              </a:rPr>
              <a:t>Community &amp; Accountability</a:t>
            </a:r>
            <a:endParaRPr lang="en-IN" dirty="0">
              <a:solidFill>
                <a:schemeClr val="accent1">
                  <a:lumMod val="20000"/>
                  <a:lumOff val="80000"/>
                </a:schemeClr>
              </a:solidFill>
              <a:latin typeface="Arial" panose="020B0604020202020204" pitchFamily="34" charset="0"/>
              <a:cs typeface="Arial" panose="020B0604020202020204" pitchFamily="34" charset="0"/>
            </a:endParaRPr>
          </a:p>
          <a:p>
            <a:pPr fontAlgn="t">
              <a:lnSpc>
                <a:spcPct val="150000"/>
              </a:lnSpc>
            </a:pPr>
            <a:r>
              <a:rPr lang="en-IN" sz="1600" dirty="0">
                <a:solidFill>
                  <a:schemeClr val="accent1">
                    <a:lumMod val="20000"/>
                    <a:lumOff val="80000"/>
                  </a:schemeClr>
                </a:solidFill>
                <a:latin typeface="Arial" panose="020B0604020202020204" pitchFamily="34" charset="0"/>
                <a:cs typeface="Arial" panose="020B0604020202020204" pitchFamily="34" charset="0"/>
              </a:rPr>
              <a:t>Support systems designed to keep individuals progressing.</a:t>
            </a:r>
          </a:p>
        </p:txBody>
      </p:sp>
    </p:spTree>
    <p:extLst>
      <p:ext uri="{BB962C8B-B14F-4D97-AF65-F5344CB8AC3E}">
        <p14:creationId xmlns:p14="http://schemas.microsoft.com/office/powerpoint/2010/main" val="31136213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D6044-0D9B-4972-B89B-0291655FF555}"/>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DE8E83E3-CA27-4039-74BA-3E66AD7E96FC}"/>
              </a:ext>
            </a:extLst>
          </p:cNvPr>
          <p:cNvPicPr>
            <a:picLocks noChangeAspect="1"/>
          </p:cNvPicPr>
          <p:nvPr/>
        </p:nvPicPr>
        <p:blipFill>
          <a:blip r:embed="rId2"/>
          <a:stretch>
            <a:fillRect/>
          </a:stretch>
        </p:blipFill>
        <p:spPr>
          <a:xfrm>
            <a:off x="0" y="-26578"/>
            <a:ext cx="12192000" cy="6884578"/>
          </a:xfrm>
          <a:prstGeom prst="rect">
            <a:avLst/>
          </a:prstGeom>
        </p:spPr>
      </p:pic>
      <p:sp>
        <p:nvSpPr>
          <p:cNvPr id="15" name="TextBox 14">
            <a:extLst>
              <a:ext uri="{FF2B5EF4-FFF2-40B4-BE49-F238E27FC236}">
                <a16:creationId xmlns:a16="http://schemas.microsoft.com/office/drawing/2014/main" id="{FF81CB65-15AC-E76A-CC67-3438DBAFDEE0}"/>
              </a:ext>
            </a:extLst>
          </p:cNvPr>
          <p:cNvSpPr txBox="1"/>
          <p:nvPr/>
        </p:nvSpPr>
        <p:spPr>
          <a:xfrm>
            <a:off x="185057" y="396133"/>
            <a:ext cx="6159635" cy="446276"/>
          </a:xfrm>
          <a:prstGeom prst="rect">
            <a:avLst/>
          </a:prstGeom>
          <a:noFill/>
        </p:spPr>
        <p:txBody>
          <a:bodyPr wrap="none" rtlCol="0">
            <a:spAutoFit/>
          </a:bodyPr>
          <a:lstStyle/>
          <a:p>
            <a:r>
              <a:rPr lang="en-IN" sz="2300" b="1" dirty="0">
                <a:solidFill>
                  <a:schemeClr val="bg1"/>
                </a:solidFill>
                <a:latin typeface="Arial" panose="020B0604020202020204" pitchFamily="34" charset="0"/>
                <a:cs typeface="Arial" panose="020B0604020202020204" pitchFamily="34" charset="0"/>
              </a:rPr>
              <a:t>METAENDURE</a:t>
            </a:r>
            <a:r>
              <a:rPr lang="en-IN" sz="2300" b="1" dirty="0">
                <a:solidFill>
                  <a:srgbClr val="92D050"/>
                </a:solidFill>
                <a:latin typeface="Arial" panose="020B0604020202020204" pitchFamily="34" charset="0"/>
                <a:cs typeface="Arial" panose="020B0604020202020204" pitchFamily="34" charset="0"/>
              </a:rPr>
              <a:t> </a:t>
            </a:r>
            <a:r>
              <a:rPr lang="en-IN" sz="2300" b="1" dirty="0">
                <a:solidFill>
                  <a:schemeClr val="bg1"/>
                </a:solidFill>
                <a:latin typeface="Arial" panose="020B0604020202020204" pitchFamily="34" charset="0"/>
                <a:cs typeface="Arial" panose="020B0604020202020204" pitchFamily="34" charset="0"/>
              </a:rPr>
              <a:t>LABS –  </a:t>
            </a:r>
            <a:r>
              <a:rPr lang="en-IN" sz="2300" b="1" dirty="0">
                <a:solidFill>
                  <a:srgbClr val="92D050"/>
                </a:solidFill>
                <a:latin typeface="Arial" panose="020B0604020202020204" pitchFamily="34" charset="0"/>
                <a:cs typeface="Arial" panose="020B0604020202020204" pitchFamily="34" charset="0"/>
              </a:rPr>
              <a:t>TEAM STRENGTH </a:t>
            </a:r>
          </a:p>
        </p:txBody>
      </p:sp>
      <p:sp>
        <p:nvSpPr>
          <p:cNvPr id="19" name="TextBox 18">
            <a:extLst>
              <a:ext uri="{FF2B5EF4-FFF2-40B4-BE49-F238E27FC236}">
                <a16:creationId xmlns:a16="http://schemas.microsoft.com/office/drawing/2014/main" id="{B4EDCEC1-8441-8514-5520-1260D144468F}"/>
              </a:ext>
            </a:extLst>
          </p:cNvPr>
          <p:cNvSpPr txBox="1"/>
          <p:nvPr/>
        </p:nvSpPr>
        <p:spPr>
          <a:xfrm>
            <a:off x="9309672" y="6333418"/>
            <a:ext cx="2890535" cy="369332"/>
          </a:xfrm>
          <a:prstGeom prst="rect">
            <a:avLst/>
          </a:prstGeom>
          <a:noFill/>
        </p:spPr>
        <p:txBody>
          <a:bodyPr wrap="none" rtlCol="0">
            <a:spAutoFit/>
          </a:bodyPr>
          <a:lstStyle/>
          <a:p>
            <a:r>
              <a:rPr lang="en-IN" dirty="0">
                <a:solidFill>
                  <a:schemeClr val="bg1"/>
                </a:solidFill>
              </a:rPr>
              <a:t>www.metaendurelabs.com</a:t>
            </a:r>
          </a:p>
        </p:txBody>
      </p:sp>
      <p:sp>
        <p:nvSpPr>
          <p:cNvPr id="2" name="TextBox 1">
            <a:extLst>
              <a:ext uri="{FF2B5EF4-FFF2-40B4-BE49-F238E27FC236}">
                <a16:creationId xmlns:a16="http://schemas.microsoft.com/office/drawing/2014/main" id="{57B9001A-3545-196D-9E35-EEEB62DA0B88}"/>
              </a:ext>
            </a:extLst>
          </p:cNvPr>
          <p:cNvSpPr txBox="1"/>
          <p:nvPr/>
        </p:nvSpPr>
        <p:spPr>
          <a:xfrm>
            <a:off x="2318657" y="1600200"/>
            <a:ext cx="184731" cy="369332"/>
          </a:xfrm>
          <a:prstGeom prst="rect">
            <a:avLst/>
          </a:prstGeom>
          <a:noFill/>
        </p:spPr>
        <p:txBody>
          <a:bodyPr wrap="none" rtlCol="0">
            <a:spAutoFit/>
          </a:bodyPr>
          <a:lstStyle/>
          <a:p>
            <a:endParaRPr lang="en-IN" dirty="0"/>
          </a:p>
        </p:txBody>
      </p:sp>
      <p:pic>
        <p:nvPicPr>
          <p:cNvPr id="10" name="ymail_attachmentIdbae3d6b3-e1cb-49da-980e-006707d15fad" descr="Photo attachment: IMG-20260828-WA8280.jpg">
            <a:extLst>
              <a:ext uri="{FF2B5EF4-FFF2-40B4-BE49-F238E27FC236}">
                <a16:creationId xmlns:a16="http://schemas.microsoft.com/office/drawing/2014/main" id="{FF58EDD8-FB7C-747B-0084-81C06BB3D2DA}"/>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0932000" y="-5727"/>
            <a:ext cx="1260000" cy="120645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5508953E-EA7D-70A3-5862-213920405788}"/>
              </a:ext>
            </a:extLst>
          </p:cNvPr>
          <p:cNvSpPr txBox="1"/>
          <p:nvPr/>
        </p:nvSpPr>
        <p:spPr>
          <a:xfrm>
            <a:off x="185057" y="1200724"/>
            <a:ext cx="11042248" cy="336502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IN" b="1" dirty="0">
                <a:solidFill>
                  <a:schemeClr val="accent1">
                    <a:lumMod val="20000"/>
                    <a:lumOff val="80000"/>
                  </a:schemeClr>
                </a:solidFill>
                <a:latin typeface="Arial" panose="020B0604020202020204" pitchFamily="34" charset="0"/>
                <a:cs typeface="Arial" panose="020B0604020202020204" pitchFamily="34" charset="0"/>
              </a:rPr>
              <a:t>Menon Fitness System / Race Craft Labs – Coach Sunil Menon </a:t>
            </a:r>
          </a:p>
          <a:p>
            <a:pPr marL="285750" indent="-285750">
              <a:lnSpc>
                <a:spcPct val="150000"/>
              </a:lnSpc>
              <a:buFont typeface="Arial" panose="020B0604020202020204" pitchFamily="34" charset="0"/>
              <a:buChar char="•"/>
            </a:pPr>
            <a:r>
              <a:rPr lang="en-IN" b="1" dirty="0">
                <a:solidFill>
                  <a:schemeClr val="accent1">
                    <a:lumMod val="20000"/>
                    <a:lumOff val="80000"/>
                  </a:schemeClr>
                </a:solidFill>
                <a:latin typeface="Arial" panose="020B0604020202020204" pitchFamily="34" charset="0"/>
                <a:cs typeface="Arial" panose="020B0604020202020204" pitchFamily="34" charset="0"/>
              </a:rPr>
              <a:t>Dr Physio clinic (Therapeutic Sports Massage) – Dr Prince Jacob</a:t>
            </a:r>
          </a:p>
          <a:p>
            <a:pPr marL="285750" indent="-285750">
              <a:lnSpc>
                <a:spcPct val="150000"/>
              </a:lnSpc>
              <a:buFont typeface="Arial" panose="020B0604020202020204" pitchFamily="34" charset="0"/>
              <a:buChar char="•"/>
            </a:pPr>
            <a:r>
              <a:rPr lang="en-IN" b="1" dirty="0">
                <a:solidFill>
                  <a:schemeClr val="accent1">
                    <a:lumMod val="20000"/>
                    <a:lumOff val="80000"/>
                  </a:schemeClr>
                </a:solidFill>
                <a:latin typeface="Arial" panose="020B0604020202020204" pitchFamily="34" charset="0"/>
                <a:cs typeface="Arial" panose="020B0604020202020204" pitchFamily="34" charset="0"/>
              </a:rPr>
              <a:t>Wefityogaandfitness – Coach Rashmi</a:t>
            </a:r>
          </a:p>
          <a:p>
            <a:pPr marL="285750" indent="-285750">
              <a:lnSpc>
                <a:spcPct val="150000"/>
              </a:lnSpc>
              <a:buFont typeface="Arial" panose="020B0604020202020204" pitchFamily="34" charset="0"/>
              <a:buChar char="•"/>
            </a:pPr>
            <a:r>
              <a:rPr lang="en-IN" b="1" dirty="0">
                <a:solidFill>
                  <a:schemeClr val="accent1">
                    <a:lumMod val="20000"/>
                    <a:lumOff val="80000"/>
                  </a:schemeClr>
                </a:solidFill>
                <a:latin typeface="Arial" panose="020B0604020202020204" pitchFamily="34" charset="0"/>
                <a:cs typeface="Arial" panose="020B0604020202020204" pitchFamily="34" charset="0"/>
              </a:rPr>
              <a:t>Strength Training – Coach Suchitra</a:t>
            </a:r>
          </a:p>
          <a:p>
            <a:pPr marL="285750" indent="-285750">
              <a:lnSpc>
                <a:spcPct val="150000"/>
              </a:lnSpc>
              <a:buFont typeface="Arial" panose="020B0604020202020204" pitchFamily="34" charset="0"/>
              <a:buChar char="•"/>
            </a:pPr>
            <a:endParaRPr lang="en-IN" b="1" dirty="0">
              <a:solidFill>
                <a:schemeClr val="accent1">
                  <a:lumMod val="20000"/>
                  <a:lumOff val="80000"/>
                </a:schemeClr>
              </a:solidFill>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endParaRPr lang="en-IN" b="1" dirty="0">
              <a:solidFill>
                <a:schemeClr val="accent1">
                  <a:lumMod val="20000"/>
                  <a:lumOff val="80000"/>
                </a:schemeClr>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endParaRPr>
          </a:p>
          <a:p>
            <a:pPr marL="285750" indent="-285750">
              <a:lnSpc>
                <a:spcPct val="150000"/>
              </a:lnSpc>
              <a:buFont typeface="Arial" panose="020B0604020202020204" pitchFamily="34" charset="0"/>
              <a:buChar char="•"/>
            </a:pPr>
            <a:endParaRPr lang="en-IN" b="1" dirty="0">
              <a:solidFill>
                <a:schemeClr val="accent1">
                  <a:lumMod val="20000"/>
                  <a:lumOff val="80000"/>
                </a:schemeClr>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endParaRPr>
          </a:p>
          <a:p>
            <a:pPr marL="285750" indent="-285750">
              <a:lnSpc>
                <a:spcPct val="150000"/>
              </a:lnSpc>
              <a:buFont typeface="Arial" panose="020B0604020202020204" pitchFamily="34" charset="0"/>
              <a:buChar char="•"/>
            </a:pPr>
            <a:endParaRPr lang="en-IN" b="1" dirty="0">
              <a:solidFill>
                <a:schemeClr val="accent1">
                  <a:lumMod val="20000"/>
                  <a:lumOff val="8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312165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F7F23-C832-1EF4-72B1-F17D2C5800DA}"/>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6EFDC5E2-9EE3-F7E4-DA36-3DFB7509A6C2}"/>
              </a:ext>
            </a:extLst>
          </p:cNvPr>
          <p:cNvPicPr>
            <a:picLocks noChangeAspect="1"/>
          </p:cNvPicPr>
          <p:nvPr/>
        </p:nvPicPr>
        <p:blipFill>
          <a:blip r:embed="rId2"/>
          <a:stretch>
            <a:fillRect/>
          </a:stretch>
        </p:blipFill>
        <p:spPr>
          <a:xfrm>
            <a:off x="0" y="-26578"/>
            <a:ext cx="12192000" cy="6884578"/>
          </a:xfrm>
          <a:prstGeom prst="rect">
            <a:avLst/>
          </a:prstGeom>
        </p:spPr>
      </p:pic>
      <p:sp>
        <p:nvSpPr>
          <p:cNvPr id="15" name="TextBox 14">
            <a:extLst>
              <a:ext uri="{FF2B5EF4-FFF2-40B4-BE49-F238E27FC236}">
                <a16:creationId xmlns:a16="http://schemas.microsoft.com/office/drawing/2014/main" id="{A2E54145-85B6-104E-AF7E-B8F45C8C8128}"/>
              </a:ext>
            </a:extLst>
          </p:cNvPr>
          <p:cNvSpPr txBox="1"/>
          <p:nvPr/>
        </p:nvSpPr>
        <p:spPr>
          <a:xfrm>
            <a:off x="185057" y="396133"/>
            <a:ext cx="7631961" cy="446276"/>
          </a:xfrm>
          <a:prstGeom prst="rect">
            <a:avLst/>
          </a:prstGeom>
          <a:noFill/>
        </p:spPr>
        <p:txBody>
          <a:bodyPr wrap="none" rtlCol="0">
            <a:spAutoFit/>
          </a:bodyPr>
          <a:lstStyle/>
          <a:p>
            <a:r>
              <a:rPr lang="en-IN" sz="2300" b="1" dirty="0">
                <a:solidFill>
                  <a:schemeClr val="bg1"/>
                </a:solidFill>
                <a:latin typeface="Arial" panose="020B0604020202020204" pitchFamily="34" charset="0"/>
                <a:cs typeface="Arial" panose="020B0604020202020204" pitchFamily="34" charset="0"/>
              </a:rPr>
              <a:t>METAENDURE</a:t>
            </a:r>
            <a:r>
              <a:rPr lang="en-IN" sz="2300" b="1" dirty="0">
                <a:solidFill>
                  <a:srgbClr val="92D050"/>
                </a:solidFill>
                <a:latin typeface="Arial" panose="020B0604020202020204" pitchFamily="34" charset="0"/>
                <a:cs typeface="Arial" panose="020B0604020202020204" pitchFamily="34" charset="0"/>
              </a:rPr>
              <a:t> </a:t>
            </a:r>
            <a:r>
              <a:rPr lang="en-IN" sz="2300" b="1" dirty="0">
                <a:solidFill>
                  <a:schemeClr val="bg1"/>
                </a:solidFill>
                <a:latin typeface="Arial" panose="020B0604020202020204" pitchFamily="34" charset="0"/>
                <a:cs typeface="Arial" panose="020B0604020202020204" pitchFamily="34" charset="0"/>
              </a:rPr>
              <a:t>LABS – </a:t>
            </a:r>
            <a:r>
              <a:rPr lang="en-IN" sz="2300" b="1" dirty="0">
                <a:solidFill>
                  <a:srgbClr val="92D050"/>
                </a:solidFill>
                <a:latin typeface="Arial" panose="020B0604020202020204" pitchFamily="34" charset="0"/>
                <a:cs typeface="Arial" panose="020B0604020202020204" pitchFamily="34" charset="0"/>
              </a:rPr>
              <a:t>OUTLAST YOUR YESTERDAY</a:t>
            </a:r>
          </a:p>
        </p:txBody>
      </p:sp>
      <p:sp>
        <p:nvSpPr>
          <p:cNvPr id="19" name="TextBox 18">
            <a:extLst>
              <a:ext uri="{FF2B5EF4-FFF2-40B4-BE49-F238E27FC236}">
                <a16:creationId xmlns:a16="http://schemas.microsoft.com/office/drawing/2014/main" id="{D26D8AEA-62BA-BF47-D0C4-A447A49F4677}"/>
              </a:ext>
            </a:extLst>
          </p:cNvPr>
          <p:cNvSpPr txBox="1"/>
          <p:nvPr/>
        </p:nvSpPr>
        <p:spPr>
          <a:xfrm>
            <a:off x="9309672" y="6333418"/>
            <a:ext cx="2890535" cy="369332"/>
          </a:xfrm>
          <a:prstGeom prst="rect">
            <a:avLst/>
          </a:prstGeom>
          <a:noFill/>
        </p:spPr>
        <p:txBody>
          <a:bodyPr wrap="none" rtlCol="0">
            <a:spAutoFit/>
          </a:bodyPr>
          <a:lstStyle/>
          <a:p>
            <a:r>
              <a:rPr lang="en-IN" dirty="0">
                <a:solidFill>
                  <a:schemeClr val="bg1"/>
                </a:solidFill>
              </a:rPr>
              <a:t>www.metaendurelabs.com</a:t>
            </a:r>
          </a:p>
        </p:txBody>
      </p:sp>
      <p:sp>
        <p:nvSpPr>
          <p:cNvPr id="2" name="TextBox 1">
            <a:extLst>
              <a:ext uri="{FF2B5EF4-FFF2-40B4-BE49-F238E27FC236}">
                <a16:creationId xmlns:a16="http://schemas.microsoft.com/office/drawing/2014/main" id="{99FEF731-7745-711F-CB37-3935DAA19354}"/>
              </a:ext>
            </a:extLst>
          </p:cNvPr>
          <p:cNvSpPr txBox="1"/>
          <p:nvPr/>
        </p:nvSpPr>
        <p:spPr>
          <a:xfrm>
            <a:off x="2318657" y="1600200"/>
            <a:ext cx="184731" cy="369332"/>
          </a:xfrm>
          <a:prstGeom prst="rect">
            <a:avLst/>
          </a:prstGeom>
          <a:noFill/>
        </p:spPr>
        <p:txBody>
          <a:bodyPr wrap="none" rtlCol="0">
            <a:spAutoFit/>
          </a:bodyPr>
          <a:lstStyle/>
          <a:p>
            <a:endParaRPr lang="en-IN" dirty="0"/>
          </a:p>
        </p:txBody>
      </p:sp>
      <p:pic>
        <p:nvPicPr>
          <p:cNvPr id="10" name="ymail_attachmentIdbae3d6b3-e1cb-49da-980e-006707d15fad" descr="Photo attachment: IMG-20260828-WA8280.jpg">
            <a:extLst>
              <a:ext uri="{FF2B5EF4-FFF2-40B4-BE49-F238E27FC236}">
                <a16:creationId xmlns:a16="http://schemas.microsoft.com/office/drawing/2014/main" id="{71E5C81C-4E34-31B7-C345-32384243278A}"/>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0932000" y="-5727"/>
            <a:ext cx="1260000" cy="120645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317E2BB0-5223-341B-362C-F92A51D59487}"/>
              </a:ext>
            </a:extLst>
          </p:cNvPr>
          <p:cNvSpPr txBox="1"/>
          <p:nvPr/>
        </p:nvSpPr>
        <p:spPr>
          <a:xfrm>
            <a:off x="206682" y="1200724"/>
            <a:ext cx="11223318" cy="4154984"/>
          </a:xfrm>
          <a:prstGeom prst="rect">
            <a:avLst/>
          </a:prstGeom>
          <a:noFill/>
        </p:spPr>
        <p:txBody>
          <a:bodyPr wrap="square" rtlCol="0">
            <a:spAutoFit/>
          </a:bodyPr>
          <a:lstStyle/>
          <a:p>
            <a:pPr fontAlgn="t">
              <a:lnSpc>
                <a:spcPct val="150000"/>
              </a:lnSpc>
            </a:pPr>
            <a:r>
              <a:rPr lang="en-IN" sz="1600" dirty="0">
                <a:solidFill>
                  <a:schemeClr val="accent1">
                    <a:lumMod val="20000"/>
                    <a:lumOff val="80000"/>
                  </a:schemeClr>
                </a:solidFill>
                <a:latin typeface="Arial" panose="020B0604020202020204" pitchFamily="34" charset="0"/>
                <a:cs typeface="Arial" panose="020B0604020202020204" pitchFamily="34" charset="0"/>
              </a:rPr>
              <a:t>METAENDURE LABS exists to help individuals unlock their highest potential through endurance, mindset, science, and performance.</a:t>
            </a:r>
          </a:p>
          <a:p>
            <a:pPr fontAlgn="t">
              <a:lnSpc>
                <a:spcPct val="150000"/>
              </a:lnSpc>
            </a:pPr>
            <a:endParaRPr lang="en-IN" sz="1600" dirty="0">
              <a:solidFill>
                <a:schemeClr val="accent1">
                  <a:lumMod val="20000"/>
                  <a:lumOff val="80000"/>
                </a:schemeClr>
              </a:solidFill>
              <a:latin typeface="Arial" panose="020B0604020202020204" pitchFamily="34" charset="0"/>
              <a:cs typeface="Arial" panose="020B0604020202020204" pitchFamily="34" charset="0"/>
            </a:endParaRPr>
          </a:p>
          <a:p>
            <a:pPr fontAlgn="t">
              <a:lnSpc>
                <a:spcPct val="150000"/>
              </a:lnSpc>
            </a:pPr>
            <a:r>
              <a:rPr lang="en-IN" sz="1600" b="1" dirty="0">
                <a:solidFill>
                  <a:schemeClr val="accent1">
                    <a:lumMod val="20000"/>
                    <a:lumOff val="80000"/>
                  </a:schemeClr>
                </a:solidFill>
                <a:latin typeface="Arial" panose="020B0604020202020204" pitchFamily="34" charset="0"/>
                <a:cs typeface="Arial" panose="020B0604020202020204" pitchFamily="34" charset="0"/>
              </a:rPr>
              <a:t>Are you ready to transform?</a:t>
            </a:r>
            <a:endParaRPr lang="en-IN" sz="1600" dirty="0">
              <a:solidFill>
                <a:schemeClr val="accent1">
                  <a:lumMod val="20000"/>
                  <a:lumOff val="80000"/>
                </a:schemeClr>
              </a:solidFill>
              <a:latin typeface="Arial" panose="020B0604020202020204" pitchFamily="34" charset="0"/>
              <a:cs typeface="Arial" panose="020B0604020202020204" pitchFamily="34" charset="0"/>
            </a:endParaRPr>
          </a:p>
          <a:p>
            <a:pPr fontAlgn="t">
              <a:lnSpc>
                <a:spcPct val="150000"/>
              </a:lnSpc>
            </a:pPr>
            <a:r>
              <a:rPr lang="en-IN" sz="1600" dirty="0">
                <a:solidFill>
                  <a:schemeClr val="accent1">
                    <a:lumMod val="20000"/>
                    <a:lumOff val="80000"/>
                  </a:schemeClr>
                </a:solidFill>
                <a:latin typeface="Arial" panose="020B0604020202020204" pitchFamily="34" charset="0"/>
                <a:cs typeface="Arial" panose="020B0604020202020204" pitchFamily="34" charset="0"/>
              </a:rPr>
              <a:t>🌐 www.metaendurelabs.com</a:t>
            </a:r>
            <a:br>
              <a:rPr lang="en-IN" sz="1600" dirty="0">
                <a:solidFill>
                  <a:schemeClr val="accent1">
                    <a:lumMod val="20000"/>
                    <a:lumOff val="80000"/>
                  </a:schemeClr>
                </a:solidFill>
                <a:latin typeface="Arial" panose="020B0604020202020204" pitchFamily="34" charset="0"/>
                <a:cs typeface="Arial" panose="020B0604020202020204" pitchFamily="34" charset="0"/>
              </a:rPr>
            </a:br>
            <a:r>
              <a:rPr lang="en-IN" sz="1600" dirty="0">
                <a:solidFill>
                  <a:schemeClr val="accent1">
                    <a:lumMod val="20000"/>
                    <a:lumOff val="80000"/>
                  </a:schemeClr>
                </a:solidFill>
                <a:latin typeface="Arial" panose="020B0604020202020204" pitchFamily="34" charset="0"/>
                <a:cs typeface="Arial" panose="020B0604020202020204" pitchFamily="34" charset="0"/>
              </a:rPr>
              <a:t>📧 sujaisivan@metaendurelabs.com</a:t>
            </a:r>
            <a:br>
              <a:rPr lang="en-IN" sz="1600" dirty="0">
                <a:solidFill>
                  <a:schemeClr val="accent1">
                    <a:lumMod val="20000"/>
                    <a:lumOff val="80000"/>
                  </a:schemeClr>
                </a:solidFill>
                <a:latin typeface="Arial" panose="020B0604020202020204" pitchFamily="34" charset="0"/>
                <a:cs typeface="Arial" panose="020B0604020202020204" pitchFamily="34" charset="0"/>
              </a:rPr>
            </a:br>
            <a:r>
              <a:rPr lang="en-IN" sz="1600" dirty="0">
                <a:solidFill>
                  <a:schemeClr val="accent1">
                    <a:lumMod val="20000"/>
                    <a:lumOff val="80000"/>
                  </a:schemeClr>
                </a:solidFill>
                <a:latin typeface="Arial" panose="020B0604020202020204" pitchFamily="34" charset="0"/>
                <a:cs typeface="Arial" panose="020B0604020202020204" pitchFamily="34" charset="0"/>
              </a:rPr>
              <a:t>📱 Connect with METAENDURE LABS</a:t>
            </a:r>
          </a:p>
          <a:p>
            <a:pPr fontAlgn="t">
              <a:lnSpc>
                <a:spcPct val="150000"/>
              </a:lnSpc>
            </a:pPr>
            <a:endParaRPr lang="en-IN" sz="1600" dirty="0">
              <a:solidFill>
                <a:schemeClr val="accent1">
                  <a:lumMod val="20000"/>
                  <a:lumOff val="80000"/>
                </a:schemeClr>
              </a:solidFill>
              <a:latin typeface="Arial" panose="020B0604020202020204" pitchFamily="34" charset="0"/>
              <a:cs typeface="Arial" panose="020B0604020202020204" pitchFamily="34" charset="0"/>
            </a:endParaRPr>
          </a:p>
          <a:p>
            <a:pPr fontAlgn="t">
              <a:lnSpc>
                <a:spcPct val="150000"/>
              </a:lnSpc>
            </a:pPr>
            <a:r>
              <a:rPr lang="en-IN" sz="1600" b="1" dirty="0">
                <a:solidFill>
                  <a:schemeClr val="accent1">
                    <a:lumMod val="20000"/>
                    <a:lumOff val="80000"/>
                  </a:schemeClr>
                </a:solidFill>
                <a:latin typeface="Arial" panose="020B0604020202020204" pitchFamily="34" charset="0"/>
                <a:cs typeface="Arial" panose="020B0604020202020204" pitchFamily="34" charset="0"/>
              </a:rPr>
              <a:t>Sujai Sivan</a:t>
            </a:r>
            <a:br>
              <a:rPr lang="en-IN" sz="1600" dirty="0">
                <a:solidFill>
                  <a:schemeClr val="accent1">
                    <a:lumMod val="20000"/>
                    <a:lumOff val="80000"/>
                  </a:schemeClr>
                </a:solidFill>
                <a:latin typeface="Arial" panose="020B0604020202020204" pitchFamily="34" charset="0"/>
                <a:cs typeface="Arial" panose="020B0604020202020204" pitchFamily="34" charset="0"/>
              </a:rPr>
            </a:br>
            <a:r>
              <a:rPr lang="en-IN" sz="1600" dirty="0">
                <a:solidFill>
                  <a:schemeClr val="accent1">
                    <a:lumMod val="20000"/>
                    <a:lumOff val="80000"/>
                  </a:schemeClr>
                </a:solidFill>
                <a:latin typeface="Arial" panose="020B0604020202020204" pitchFamily="34" charset="0"/>
                <a:cs typeface="Arial" panose="020B0604020202020204" pitchFamily="34" charset="0"/>
              </a:rPr>
              <a:t>Founder, METAENDURE LABS</a:t>
            </a:r>
          </a:p>
          <a:p>
            <a:pPr fontAlgn="t">
              <a:lnSpc>
                <a:spcPct val="150000"/>
              </a:lnSpc>
            </a:pPr>
            <a:r>
              <a:rPr lang="en-IN" sz="1600" i="1" dirty="0">
                <a:solidFill>
                  <a:schemeClr val="accent1">
                    <a:lumMod val="20000"/>
                    <a:lumOff val="80000"/>
                  </a:schemeClr>
                </a:solidFill>
                <a:latin typeface="Arial" panose="020B0604020202020204" pitchFamily="34" charset="0"/>
                <a:cs typeface="Arial" panose="020B0604020202020204" pitchFamily="34" charset="0"/>
              </a:rPr>
              <a:t>"Extraordinary results come from extraordinary consistency."</a:t>
            </a:r>
            <a:endParaRPr lang="en-IN" sz="1600" dirty="0">
              <a:solidFill>
                <a:schemeClr val="accent1">
                  <a:lumMod val="20000"/>
                  <a:lumOff val="8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697470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7C148-7377-BB08-933B-196198AC36C5}"/>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301F067A-E642-340E-3E26-CFFDC286DD50}"/>
              </a:ext>
            </a:extLst>
          </p:cNvPr>
          <p:cNvPicPr>
            <a:picLocks noChangeAspect="1"/>
          </p:cNvPicPr>
          <p:nvPr/>
        </p:nvPicPr>
        <p:blipFill>
          <a:blip r:embed="rId2"/>
          <a:stretch>
            <a:fillRect/>
          </a:stretch>
        </p:blipFill>
        <p:spPr>
          <a:xfrm>
            <a:off x="0" y="-26578"/>
            <a:ext cx="12192000" cy="6884578"/>
          </a:xfrm>
          <a:prstGeom prst="rect">
            <a:avLst/>
          </a:prstGeom>
        </p:spPr>
      </p:pic>
      <p:sp>
        <p:nvSpPr>
          <p:cNvPr id="15" name="TextBox 14">
            <a:extLst>
              <a:ext uri="{FF2B5EF4-FFF2-40B4-BE49-F238E27FC236}">
                <a16:creationId xmlns:a16="http://schemas.microsoft.com/office/drawing/2014/main" id="{4E84B039-EC3C-D84B-CC47-88117BB0D2D2}"/>
              </a:ext>
            </a:extLst>
          </p:cNvPr>
          <p:cNvSpPr txBox="1"/>
          <p:nvPr/>
        </p:nvSpPr>
        <p:spPr>
          <a:xfrm>
            <a:off x="185057" y="396133"/>
            <a:ext cx="8522461" cy="446276"/>
          </a:xfrm>
          <a:prstGeom prst="rect">
            <a:avLst/>
          </a:prstGeom>
          <a:noFill/>
        </p:spPr>
        <p:txBody>
          <a:bodyPr wrap="none" rtlCol="0">
            <a:spAutoFit/>
          </a:bodyPr>
          <a:lstStyle/>
          <a:p>
            <a:r>
              <a:rPr lang="en-IN" sz="2300" b="1" dirty="0">
                <a:solidFill>
                  <a:schemeClr val="bg1"/>
                </a:solidFill>
                <a:latin typeface="Arial" panose="020B0604020202020204" pitchFamily="34" charset="0"/>
                <a:cs typeface="Arial" panose="020B0604020202020204" pitchFamily="34" charset="0"/>
              </a:rPr>
              <a:t>METAENDURE LABS</a:t>
            </a:r>
            <a:r>
              <a:rPr lang="en-IN" sz="2300" b="1" dirty="0">
                <a:solidFill>
                  <a:srgbClr val="92D050"/>
                </a:solidFill>
                <a:latin typeface="Arial" panose="020B0604020202020204" pitchFamily="34" charset="0"/>
                <a:cs typeface="Arial" panose="020B0604020202020204" pitchFamily="34" charset="0"/>
              </a:rPr>
              <a:t> – HYROX PERFORMANCE PROGRAM</a:t>
            </a:r>
          </a:p>
        </p:txBody>
      </p:sp>
      <p:sp>
        <p:nvSpPr>
          <p:cNvPr id="19" name="TextBox 18">
            <a:extLst>
              <a:ext uri="{FF2B5EF4-FFF2-40B4-BE49-F238E27FC236}">
                <a16:creationId xmlns:a16="http://schemas.microsoft.com/office/drawing/2014/main" id="{5C164A27-2A93-FB3D-B1FB-7224CD87E55E}"/>
              </a:ext>
            </a:extLst>
          </p:cNvPr>
          <p:cNvSpPr txBox="1"/>
          <p:nvPr/>
        </p:nvSpPr>
        <p:spPr>
          <a:xfrm>
            <a:off x="9309672" y="6333418"/>
            <a:ext cx="2890535" cy="369332"/>
          </a:xfrm>
          <a:prstGeom prst="rect">
            <a:avLst/>
          </a:prstGeom>
          <a:noFill/>
        </p:spPr>
        <p:txBody>
          <a:bodyPr wrap="none" rtlCol="0">
            <a:spAutoFit/>
          </a:bodyPr>
          <a:lstStyle/>
          <a:p>
            <a:r>
              <a:rPr lang="en-IN" dirty="0">
                <a:solidFill>
                  <a:schemeClr val="bg1"/>
                </a:solidFill>
              </a:rPr>
              <a:t>www.metaendurelabs.com</a:t>
            </a:r>
          </a:p>
        </p:txBody>
      </p:sp>
      <p:pic>
        <p:nvPicPr>
          <p:cNvPr id="3" name="ymail_attachmentIdbae3d6b3-e1cb-49da-980e-006707d15fad" descr="Photo attachment: IMG-20260828-WA8280.jpg">
            <a:extLst>
              <a:ext uri="{FF2B5EF4-FFF2-40B4-BE49-F238E27FC236}">
                <a16:creationId xmlns:a16="http://schemas.microsoft.com/office/drawing/2014/main" id="{CC9D6E4A-0542-45CE-5B03-9DE1D0637B1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0932000" y="-5727"/>
            <a:ext cx="1260000" cy="120645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3CF84D53-95D6-F8F8-E90A-CB2E47BF9618}"/>
              </a:ext>
            </a:extLst>
          </p:cNvPr>
          <p:cNvSpPr txBox="1"/>
          <p:nvPr/>
        </p:nvSpPr>
        <p:spPr>
          <a:xfrm>
            <a:off x="206682" y="1103298"/>
            <a:ext cx="10548257" cy="4278094"/>
          </a:xfrm>
          <a:prstGeom prst="rect">
            <a:avLst/>
          </a:prstGeom>
          <a:noFill/>
        </p:spPr>
        <p:txBody>
          <a:bodyPr wrap="square" rtlCol="0">
            <a:spAutoFit/>
          </a:bodyPr>
          <a:lstStyle/>
          <a:p>
            <a:pPr fontAlgn="t">
              <a:lnSpc>
                <a:spcPct val="100000"/>
              </a:lnSpc>
              <a:buNone/>
            </a:pPr>
            <a:r>
              <a:rPr lang="en-IN" sz="1600" b="1" dirty="0">
                <a:solidFill>
                  <a:schemeClr val="accent4">
                    <a:lumMod val="20000"/>
                    <a:lumOff val="80000"/>
                  </a:schemeClr>
                </a:solidFill>
                <a:latin typeface="Arial" panose="020B0604020202020204" pitchFamily="34" charset="0"/>
                <a:cs typeface="Arial" panose="020B0604020202020204" pitchFamily="34" charset="0"/>
              </a:rPr>
              <a:t>1. HYROX Structured Training</a:t>
            </a:r>
          </a:p>
          <a:p>
            <a:pPr marL="342900" lvl="0" indent="-342900" fontAlgn="t">
              <a:lnSpc>
                <a:spcPct val="100000"/>
              </a:lnSpc>
              <a:buFont typeface="Arial" panose="020B0604020202020204" pitchFamily="34" charset="0"/>
              <a:buChar char="•"/>
            </a:pPr>
            <a:r>
              <a:rPr lang="en-IN" sz="1600" dirty="0">
                <a:solidFill>
                  <a:schemeClr val="accent4">
                    <a:lumMod val="20000"/>
                    <a:lumOff val="80000"/>
                  </a:schemeClr>
                </a:solidFill>
                <a:latin typeface="Arial" panose="020B0604020202020204" pitchFamily="34" charset="0"/>
                <a:cs typeface="Arial" panose="020B0604020202020204" pitchFamily="34" charset="0"/>
              </a:rPr>
              <a:t>Beginner HYROX Foundation Program (12 weeks)</a:t>
            </a:r>
          </a:p>
          <a:p>
            <a:pPr marL="342900" lvl="0" indent="-342900" fontAlgn="t">
              <a:lnSpc>
                <a:spcPct val="100000"/>
              </a:lnSpc>
              <a:buFont typeface="Arial" panose="020B0604020202020204" pitchFamily="34" charset="0"/>
              <a:buChar char="•"/>
            </a:pPr>
            <a:r>
              <a:rPr lang="en-IN" sz="1600" dirty="0">
                <a:solidFill>
                  <a:schemeClr val="accent4">
                    <a:lumMod val="20000"/>
                    <a:lumOff val="80000"/>
                  </a:schemeClr>
                </a:solidFill>
                <a:latin typeface="Arial" panose="020B0604020202020204" pitchFamily="34" charset="0"/>
                <a:cs typeface="Arial" panose="020B0604020202020204" pitchFamily="34" charset="0"/>
              </a:rPr>
              <a:t>Intermediate Performance Program (16 weeks)</a:t>
            </a:r>
          </a:p>
          <a:p>
            <a:pPr marL="342900" lvl="0" indent="-342900" fontAlgn="t">
              <a:lnSpc>
                <a:spcPct val="100000"/>
              </a:lnSpc>
              <a:buFont typeface="Arial" panose="020B0604020202020204" pitchFamily="34" charset="0"/>
              <a:buChar char="•"/>
            </a:pPr>
            <a:r>
              <a:rPr lang="en-IN" sz="1600" dirty="0">
                <a:solidFill>
                  <a:schemeClr val="accent4">
                    <a:lumMod val="20000"/>
                    <a:lumOff val="80000"/>
                  </a:schemeClr>
                </a:solidFill>
                <a:latin typeface="Arial" panose="020B0604020202020204" pitchFamily="34" charset="0"/>
                <a:cs typeface="Arial" panose="020B0604020202020204" pitchFamily="34" charset="0"/>
              </a:rPr>
              <a:t>Advanced/Race Ready Program</a:t>
            </a:r>
          </a:p>
          <a:p>
            <a:pPr marL="342900" lvl="0" indent="-342900" fontAlgn="t">
              <a:lnSpc>
                <a:spcPct val="100000"/>
              </a:lnSpc>
              <a:buFont typeface="Arial" panose="020B0604020202020204" pitchFamily="34" charset="0"/>
              <a:buChar char="•"/>
            </a:pPr>
            <a:r>
              <a:rPr lang="en-IN" sz="1600" dirty="0">
                <a:solidFill>
                  <a:schemeClr val="accent4">
                    <a:lumMod val="20000"/>
                    <a:lumOff val="80000"/>
                  </a:schemeClr>
                </a:solidFill>
                <a:latin typeface="Arial" panose="020B0604020202020204" pitchFamily="34" charset="0"/>
                <a:cs typeface="Arial" panose="020B0604020202020204" pitchFamily="34" charset="0"/>
              </a:rPr>
              <a:t>Personalized programming</a:t>
            </a:r>
          </a:p>
          <a:p>
            <a:pPr marL="342900" lvl="0" indent="-342900" fontAlgn="t">
              <a:lnSpc>
                <a:spcPct val="100000"/>
              </a:lnSpc>
              <a:buFont typeface="Arial" panose="020B0604020202020204" pitchFamily="34" charset="0"/>
              <a:buChar char="•"/>
            </a:pPr>
            <a:r>
              <a:rPr lang="en-IN" sz="1600" dirty="0">
                <a:solidFill>
                  <a:schemeClr val="accent4">
                    <a:lumMod val="20000"/>
                    <a:lumOff val="80000"/>
                  </a:schemeClr>
                </a:solidFill>
                <a:latin typeface="Arial" panose="020B0604020202020204" pitchFamily="34" charset="0"/>
                <a:cs typeface="Arial" panose="020B0604020202020204" pitchFamily="34" charset="0"/>
              </a:rPr>
              <a:t>Performance assessments every 4-6 weeks</a:t>
            </a:r>
          </a:p>
          <a:p>
            <a:pPr lvl="0" fontAlgn="t">
              <a:lnSpc>
                <a:spcPct val="100000"/>
              </a:lnSpc>
            </a:pPr>
            <a:endParaRPr lang="en-IN" sz="1600" dirty="0">
              <a:solidFill>
                <a:schemeClr val="accent4">
                  <a:lumMod val="20000"/>
                  <a:lumOff val="80000"/>
                </a:schemeClr>
              </a:solidFill>
              <a:latin typeface="Arial" panose="020B0604020202020204" pitchFamily="34" charset="0"/>
              <a:cs typeface="Arial" panose="020B0604020202020204" pitchFamily="34" charset="0"/>
            </a:endParaRPr>
          </a:p>
          <a:p>
            <a:pPr fontAlgn="t">
              <a:lnSpc>
                <a:spcPct val="100000"/>
              </a:lnSpc>
              <a:buNone/>
            </a:pPr>
            <a:r>
              <a:rPr lang="en-IN" sz="1600" b="1" dirty="0">
                <a:solidFill>
                  <a:schemeClr val="accent4">
                    <a:lumMod val="20000"/>
                    <a:lumOff val="80000"/>
                  </a:schemeClr>
                </a:solidFill>
                <a:latin typeface="Arial" panose="020B0604020202020204" pitchFamily="34" charset="0"/>
                <a:cs typeface="Arial" panose="020B0604020202020204" pitchFamily="34" charset="0"/>
              </a:rPr>
              <a:t>2. HYROX Simulation Lab</a:t>
            </a:r>
          </a:p>
          <a:p>
            <a:pPr fontAlgn="t">
              <a:lnSpc>
                <a:spcPct val="100000"/>
              </a:lnSpc>
              <a:buNone/>
            </a:pPr>
            <a:r>
              <a:rPr lang="en-IN" sz="1600" dirty="0">
                <a:solidFill>
                  <a:schemeClr val="accent4">
                    <a:lumMod val="20000"/>
                    <a:lumOff val="80000"/>
                  </a:schemeClr>
                </a:solidFill>
                <a:latin typeface="Arial" panose="020B0604020202020204" pitchFamily="34" charset="0"/>
                <a:cs typeface="Arial" panose="020B0604020202020204" pitchFamily="34" charset="0"/>
              </a:rPr>
              <a:t>Create a dedicated race simulation zone featuring:</a:t>
            </a:r>
          </a:p>
          <a:p>
            <a:pPr marL="342900" lvl="0" indent="-342900" fontAlgn="t">
              <a:lnSpc>
                <a:spcPct val="100000"/>
              </a:lnSpc>
              <a:buFont typeface="Arial" panose="020B0604020202020204" pitchFamily="34" charset="0"/>
              <a:buChar char="•"/>
            </a:pPr>
            <a:r>
              <a:rPr lang="en-IN" sz="1600" dirty="0" err="1">
                <a:solidFill>
                  <a:schemeClr val="accent4">
                    <a:lumMod val="20000"/>
                    <a:lumOff val="80000"/>
                  </a:schemeClr>
                </a:solidFill>
                <a:latin typeface="Arial" panose="020B0604020202020204" pitchFamily="34" charset="0"/>
                <a:cs typeface="Arial" panose="020B0604020202020204" pitchFamily="34" charset="0"/>
              </a:rPr>
              <a:t>SkiErg</a:t>
            </a:r>
            <a:endParaRPr lang="en-IN" sz="1600" dirty="0">
              <a:solidFill>
                <a:schemeClr val="accent4">
                  <a:lumMod val="20000"/>
                  <a:lumOff val="80000"/>
                </a:schemeClr>
              </a:solidFill>
              <a:latin typeface="Arial" panose="020B0604020202020204" pitchFamily="34" charset="0"/>
              <a:cs typeface="Arial" panose="020B0604020202020204" pitchFamily="34" charset="0"/>
            </a:endParaRPr>
          </a:p>
          <a:p>
            <a:pPr marL="342900" lvl="0" indent="-342900" fontAlgn="t">
              <a:lnSpc>
                <a:spcPct val="100000"/>
              </a:lnSpc>
              <a:buFont typeface="Arial" panose="020B0604020202020204" pitchFamily="34" charset="0"/>
              <a:buChar char="•"/>
            </a:pPr>
            <a:r>
              <a:rPr lang="en-IN" sz="1600" dirty="0" err="1">
                <a:solidFill>
                  <a:schemeClr val="accent4">
                    <a:lumMod val="20000"/>
                    <a:lumOff val="80000"/>
                  </a:schemeClr>
                </a:solidFill>
                <a:latin typeface="Arial" panose="020B0604020202020204" pitchFamily="34" charset="0"/>
                <a:cs typeface="Arial" panose="020B0604020202020204" pitchFamily="34" charset="0"/>
              </a:rPr>
              <a:t>RowErg</a:t>
            </a:r>
            <a:endParaRPr lang="en-IN" sz="1600" dirty="0">
              <a:solidFill>
                <a:schemeClr val="accent4">
                  <a:lumMod val="20000"/>
                  <a:lumOff val="80000"/>
                </a:schemeClr>
              </a:solidFill>
              <a:latin typeface="Arial" panose="020B0604020202020204" pitchFamily="34" charset="0"/>
              <a:cs typeface="Arial" panose="020B0604020202020204" pitchFamily="34" charset="0"/>
            </a:endParaRPr>
          </a:p>
          <a:p>
            <a:pPr marL="342900" lvl="0" indent="-342900" fontAlgn="t">
              <a:lnSpc>
                <a:spcPct val="100000"/>
              </a:lnSpc>
              <a:buFont typeface="Arial" panose="020B0604020202020204" pitchFamily="34" charset="0"/>
              <a:buChar char="•"/>
            </a:pPr>
            <a:r>
              <a:rPr lang="en-IN" sz="1600" dirty="0">
                <a:solidFill>
                  <a:schemeClr val="accent4">
                    <a:lumMod val="20000"/>
                    <a:lumOff val="80000"/>
                  </a:schemeClr>
                </a:solidFill>
                <a:latin typeface="Arial" panose="020B0604020202020204" pitchFamily="34" charset="0"/>
                <a:cs typeface="Arial" panose="020B0604020202020204" pitchFamily="34" charset="0"/>
              </a:rPr>
              <a:t>Sled Push</a:t>
            </a:r>
          </a:p>
          <a:p>
            <a:pPr marL="342900" lvl="0" indent="-342900" fontAlgn="t">
              <a:lnSpc>
                <a:spcPct val="100000"/>
              </a:lnSpc>
              <a:buFont typeface="Arial" panose="020B0604020202020204" pitchFamily="34" charset="0"/>
              <a:buChar char="•"/>
            </a:pPr>
            <a:r>
              <a:rPr lang="en-IN" sz="1600" dirty="0">
                <a:solidFill>
                  <a:schemeClr val="accent4">
                    <a:lumMod val="20000"/>
                    <a:lumOff val="80000"/>
                  </a:schemeClr>
                </a:solidFill>
                <a:latin typeface="Arial" panose="020B0604020202020204" pitchFamily="34" charset="0"/>
                <a:cs typeface="Arial" panose="020B0604020202020204" pitchFamily="34" charset="0"/>
              </a:rPr>
              <a:t>Sled Pull</a:t>
            </a:r>
          </a:p>
          <a:p>
            <a:pPr marL="342900" lvl="0" indent="-342900" fontAlgn="t">
              <a:lnSpc>
                <a:spcPct val="100000"/>
              </a:lnSpc>
              <a:buFont typeface="Arial" panose="020B0604020202020204" pitchFamily="34" charset="0"/>
              <a:buChar char="•"/>
            </a:pPr>
            <a:r>
              <a:rPr lang="en-IN" sz="1600" dirty="0">
                <a:solidFill>
                  <a:schemeClr val="accent4">
                    <a:lumMod val="20000"/>
                    <a:lumOff val="80000"/>
                  </a:schemeClr>
                </a:solidFill>
                <a:latin typeface="Arial" panose="020B0604020202020204" pitchFamily="34" charset="0"/>
                <a:cs typeface="Arial" panose="020B0604020202020204" pitchFamily="34" charset="0"/>
              </a:rPr>
              <a:t>Burpee Broad Jump lanes</a:t>
            </a:r>
          </a:p>
          <a:p>
            <a:pPr marL="342900" lvl="0" indent="-342900" fontAlgn="t">
              <a:lnSpc>
                <a:spcPct val="100000"/>
              </a:lnSpc>
              <a:buFont typeface="Arial" panose="020B0604020202020204" pitchFamily="34" charset="0"/>
              <a:buChar char="•"/>
            </a:pPr>
            <a:r>
              <a:rPr lang="en-IN" sz="1600" dirty="0">
                <a:solidFill>
                  <a:schemeClr val="accent4">
                    <a:lumMod val="20000"/>
                    <a:lumOff val="80000"/>
                  </a:schemeClr>
                </a:solidFill>
                <a:latin typeface="Arial" panose="020B0604020202020204" pitchFamily="34" charset="0"/>
                <a:cs typeface="Arial" panose="020B0604020202020204" pitchFamily="34" charset="0"/>
              </a:rPr>
              <a:t>Sandbag Lunges</a:t>
            </a:r>
          </a:p>
          <a:p>
            <a:pPr marL="342900" lvl="0" indent="-342900" fontAlgn="t">
              <a:lnSpc>
                <a:spcPct val="100000"/>
              </a:lnSpc>
              <a:buFont typeface="Arial" panose="020B0604020202020204" pitchFamily="34" charset="0"/>
              <a:buChar char="•"/>
            </a:pPr>
            <a:r>
              <a:rPr lang="en-IN" sz="1600" dirty="0">
                <a:solidFill>
                  <a:schemeClr val="accent4">
                    <a:lumMod val="20000"/>
                    <a:lumOff val="80000"/>
                  </a:schemeClr>
                </a:solidFill>
                <a:latin typeface="Arial" panose="020B0604020202020204" pitchFamily="34" charset="0"/>
                <a:cs typeface="Arial" panose="020B0604020202020204" pitchFamily="34" charset="0"/>
              </a:rPr>
              <a:t>Farmers Carry</a:t>
            </a:r>
          </a:p>
          <a:p>
            <a:pPr marL="342900" lvl="0" indent="-342900" fontAlgn="t">
              <a:lnSpc>
                <a:spcPct val="100000"/>
              </a:lnSpc>
              <a:buFont typeface="Arial" panose="020B0604020202020204" pitchFamily="34" charset="0"/>
              <a:buChar char="•"/>
            </a:pPr>
            <a:r>
              <a:rPr lang="en-IN" sz="1600" dirty="0">
                <a:solidFill>
                  <a:schemeClr val="accent4">
                    <a:lumMod val="20000"/>
                    <a:lumOff val="80000"/>
                  </a:schemeClr>
                </a:solidFill>
                <a:latin typeface="Arial" panose="020B0604020202020204" pitchFamily="34" charset="0"/>
                <a:cs typeface="Arial" panose="020B0604020202020204" pitchFamily="34" charset="0"/>
              </a:rPr>
              <a:t>Wall Balls</a:t>
            </a:r>
          </a:p>
        </p:txBody>
      </p:sp>
    </p:spTree>
    <p:extLst>
      <p:ext uri="{BB962C8B-B14F-4D97-AF65-F5344CB8AC3E}">
        <p14:creationId xmlns:p14="http://schemas.microsoft.com/office/powerpoint/2010/main" val="18621506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D2318-48C1-9D03-0801-0DED0BAA273A}"/>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14E99FB1-4AE9-D72B-D75A-338F341AF72F}"/>
              </a:ext>
            </a:extLst>
          </p:cNvPr>
          <p:cNvPicPr>
            <a:picLocks noChangeAspect="1"/>
          </p:cNvPicPr>
          <p:nvPr/>
        </p:nvPicPr>
        <p:blipFill>
          <a:blip r:embed="rId2"/>
          <a:stretch>
            <a:fillRect/>
          </a:stretch>
        </p:blipFill>
        <p:spPr>
          <a:xfrm>
            <a:off x="0" y="-26578"/>
            <a:ext cx="12192000" cy="6884578"/>
          </a:xfrm>
          <a:prstGeom prst="rect">
            <a:avLst/>
          </a:prstGeom>
        </p:spPr>
      </p:pic>
      <p:sp>
        <p:nvSpPr>
          <p:cNvPr id="15" name="TextBox 14">
            <a:extLst>
              <a:ext uri="{FF2B5EF4-FFF2-40B4-BE49-F238E27FC236}">
                <a16:creationId xmlns:a16="http://schemas.microsoft.com/office/drawing/2014/main" id="{A147BF91-E5C2-B5EE-0564-DE54767EC6AC}"/>
              </a:ext>
            </a:extLst>
          </p:cNvPr>
          <p:cNvSpPr txBox="1"/>
          <p:nvPr/>
        </p:nvSpPr>
        <p:spPr>
          <a:xfrm>
            <a:off x="185057" y="396133"/>
            <a:ext cx="8522461" cy="446276"/>
          </a:xfrm>
          <a:prstGeom prst="rect">
            <a:avLst/>
          </a:prstGeom>
          <a:noFill/>
        </p:spPr>
        <p:txBody>
          <a:bodyPr wrap="none" rtlCol="0">
            <a:spAutoFit/>
          </a:bodyPr>
          <a:lstStyle/>
          <a:p>
            <a:r>
              <a:rPr lang="en-IN" sz="2300" b="1" dirty="0">
                <a:solidFill>
                  <a:schemeClr val="bg1"/>
                </a:solidFill>
                <a:latin typeface="Arial" panose="020B0604020202020204" pitchFamily="34" charset="0"/>
                <a:cs typeface="Arial" panose="020B0604020202020204" pitchFamily="34" charset="0"/>
              </a:rPr>
              <a:t>METAENDURE LABS</a:t>
            </a:r>
            <a:r>
              <a:rPr lang="en-IN" sz="2300" b="1" dirty="0">
                <a:solidFill>
                  <a:srgbClr val="92D050"/>
                </a:solidFill>
                <a:latin typeface="Arial" panose="020B0604020202020204" pitchFamily="34" charset="0"/>
                <a:cs typeface="Arial" panose="020B0604020202020204" pitchFamily="34" charset="0"/>
              </a:rPr>
              <a:t> – HYROX PERFORMANCE PROGRAM</a:t>
            </a:r>
          </a:p>
        </p:txBody>
      </p:sp>
      <p:sp>
        <p:nvSpPr>
          <p:cNvPr id="19" name="TextBox 18">
            <a:extLst>
              <a:ext uri="{FF2B5EF4-FFF2-40B4-BE49-F238E27FC236}">
                <a16:creationId xmlns:a16="http://schemas.microsoft.com/office/drawing/2014/main" id="{FB7F2F44-224A-E154-616C-D6E4C6A4F7BF}"/>
              </a:ext>
            </a:extLst>
          </p:cNvPr>
          <p:cNvSpPr txBox="1"/>
          <p:nvPr/>
        </p:nvSpPr>
        <p:spPr>
          <a:xfrm>
            <a:off x="9309672" y="6333418"/>
            <a:ext cx="2890535" cy="369332"/>
          </a:xfrm>
          <a:prstGeom prst="rect">
            <a:avLst/>
          </a:prstGeom>
          <a:noFill/>
        </p:spPr>
        <p:txBody>
          <a:bodyPr wrap="none" rtlCol="0">
            <a:spAutoFit/>
          </a:bodyPr>
          <a:lstStyle/>
          <a:p>
            <a:r>
              <a:rPr lang="en-IN" dirty="0">
                <a:solidFill>
                  <a:schemeClr val="bg1"/>
                </a:solidFill>
              </a:rPr>
              <a:t>www.metaendurelabs.com</a:t>
            </a:r>
          </a:p>
        </p:txBody>
      </p:sp>
      <p:pic>
        <p:nvPicPr>
          <p:cNvPr id="3" name="ymail_attachmentIdbae3d6b3-e1cb-49da-980e-006707d15fad" descr="Photo attachment: IMG-20260828-WA8280.jpg">
            <a:extLst>
              <a:ext uri="{FF2B5EF4-FFF2-40B4-BE49-F238E27FC236}">
                <a16:creationId xmlns:a16="http://schemas.microsoft.com/office/drawing/2014/main" id="{5C1E45A7-D868-ABE6-DAD7-CB6A955C87AD}"/>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0932000" y="-5727"/>
            <a:ext cx="1260000" cy="120645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73BDDEC6-D933-15D4-A221-B87B2D1B2F0E}"/>
              </a:ext>
            </a:extLst>
          </p:cNvPr>
          <p:cNvSpPr txBox="1"/>
          <p:nvPr/>
        </p:nvSpPr>
        <p:spPr>
          <a:xfrm>
            <a:off x="206682" y="1103298"/>
            <a:ext cx="10548257" cy="5016758"/>
          </a:xfrm>
          <a:prstGeom prst="rect">
            <a:avLst/>
          </a:prstGeom>
          <a:noFill/>
        </p:spPr>
        <p:txBody>
          <a:bodyPr wrap="square" rtlCol="0">
            <a:spAutoFit/>
          </a:bodyPr>
          <a:lstStyle/>
          <a:p>
            <a:pPr fontAlgn="t">
              <a:lnSpc>
                <a:spcPct val="100000"/>
              </a:lnSpc>
              <a:buNone/>
            </a:pPr>
            <a:r>
              <a:rPr lang="en-IN" sz="1600" dirty="0">
                <a:solidFill>
                  <a:schemeClr val="accent4">
                    <a:lumMod val="20000"/>
                    <a:lumOff val="80000"/>
                  </a:schemeClr>
                </a:solidFill>
                <a:latin typeface="Arial" panose="020B0604020202020204" pitchFamily="34" charset="0"/>
                <a:cs typeface="Arial" panose="020B0604020202020204" pitchFamily="34" charset="0"/>
              </a:rPr>
              <a:t>Athletes can regularly complete:</a:t>
            </a:r>
          </a:p>
          <a:p>
            <a:pPr marL="342900" lvl="0" indent="-342900" fontAlgn="t">
              <a:lnSpc>
                <a:spcPct val="100000"/>
              </a:lnSpc>
              <a:buFont typeface="Arial" panose="020B0604020202020204" pitchFamily="34" charset="0"/>
              <a:buChar char="•"/>
            </a:pPr>
            <a:r>
              <a:rPr lang="en-IN" sz="1600" dirty="0">
                <a:solidFill>
                  <a:schemeClr val="accent4">
                    <a:lumMod val="20000"/>
                    <a:lumOff val="80000"/>
                  </a:schemeClr>
                </a:solidFill>
                <a:latin typeface="Arial" panose="020B0604020202020204" pitchFamily="34" charset="0"/>
                <a:cs typeface="Arial" panose="020B0604020202020204" pitchFamily="34" charset="0"/>
              </a:rPr>
              <a:t>Half HYROX simulations</a:t>
            </a:r>
          </a:p>
          <a:p>
            <a:pPr marL="342900" lvl="0" indent="-342900" fontAlgn="t">
              <a:lnSpc>
                <a:spcPct val="100000"/>
              </a:lnSpc>
              <a:buFont typeface="Arial" panose="020B0604020202020204" pitchFamily="34" charset="0"/>
              <a:buChar char="•"/>
            </a:pPr>
            <a:r>
              <a:rPr lang="en-IN" sz="1600" dirty="0">
                <a:solidFill>
                  <a:schemeClr val="accent4">
                    <a:lumMod val="20000"/>
                    <a:lumOff val="80000"/>
                  </a:schemeClr>
                </a:solidFill>
                <a:latin typeface="Arial" panose="020B0604020202020204" pitchFamily="34" charset="0"/>
                <a:cs typeface="Arial" panose="020B0604020202020204" pitchFamily="34" charset="0"/>
              </a:rPr>
              <a:t>Full HYROX simulations</a:t>
            </a:r>
          </a:p>
          <a:p>
            <a:pPr marL="342900" lvl="0" indent="-342900" fontAlgn="t">
              <a:lnSpc>
                <a:spcPct val="100000"/>
              </a:lnSpc>
              <a:buFont typeface="Arial" panose="020B0604020202020204" pitchFamily="34" charset="0"/>
              <a:buChar char="•"/>
            </a:pPr>
            <a:r>
              <a:rPr lang="en-IN" sz="1600" dirty="0">
                <a:solidFill>
                  <a:schemeClr val="accent4">
                    <a:lumMod val="20000"/>
                    <a:lumOff val="80000"/>
                  </a:schemeClr>
                </a:solidFill>
                <a:latin typeface="Arial" panose="020B0604020202020204" pitchFamily="34" charset="0"/>
                <a:cs typeface="Arial" panose="020B0604020202020204" pitchFamily="34" charset="0"/>
              </a:rPr>
              <a:t>Station-specific benchmarking</a:t>
            </a:r>
          </a:p>
          <a:p>
            <a:pPr marL="342900" lvl="0" indent="-342900" fontAlgn="t">
              <a:lnSpc>
                <a:spcPct val="100000"/>
              </a:lnSpc>
              <a:buFont typeface="Arial" panose="020B0604020202020204" pitchFamily="34" charset="0"/>
              <a:buChar char="•"/>
            </a:pPr>
            <a:r>
              <a:rPr lang="en-IN" sz="1600" dirty="0">
                <a:solidFill>
                  <a:schemeClr val="accent4">
                    <a:lumMod val="20000"/>
                    <a:lumOff val="80000"/>
                  </a:schemeClr>
                </a:solidFill>
                <a:latin typeface="Arial" panose="020B0604020202020204" pitchFamily="34" charset="0"/>
                <a:cs typeface="Arial" panose="020B0604020202020204" pitchFamily="34" charset="0"/>
              </a:rPr>
              <a:t>Race pacing drills</a:t>
            </a:r>
          </a:p>
          <a:p>
            <a:pPr marL="342900" lvl="0" indent="-342900" fontAlgn="t">
              <a:lnSpc>
                <a:spcPct val="100000"/>
              </a:lnSpc>
              <a:buFont typeface="Arial" panose="020B0604020202020204" pitchFamily="34" charset="0"/>
              <a:buChar char="•"/>
            </a:pPr>
            <a:endParaRPr lang="en-IN" sz="1600" dirty="0">
              <a:solidFill>
                <a:schemeClr val="accent4">
                  <a:lumMod val="20000"/>
                  <a:lumOff val="80000"/>
                </a:schemeClr>
              </a:solidFill>
              <a:latin typeface="Arial" panose="020B0604020202020204" pitchFamily="34" charset="0"/>
              <a:cs typeface="Arial" panose="020B0604020202020204" pitchFamily="34" charset="0"/>
            </a:endParaRPr>
          </a:p>
          <a:p>
            <a:pPr fontAlgn="t">
              <a:lnSpc>
                <a:spcPct val="100000"/>
              </a:lnSpc>
              <a:buNone/>
            </a:pPr>
            <a:r>
              <a:rPr lang="en-IN" sz="1600" b="1" dirty="0">
                <a:solidFill>
                  <a:schemeClr val="accent4">
                    <a:lumMod val="20000"/>
                    <a:lumOff val="80000"/>
                  </a:schemeClr>
                </a:solidFill>
                <a:latin typeface="Arial" panose="020B0604020202020204" pitchFamily="34" charset="0"/>
                <a:cs typeface="Arial" panose="020B0604020202020204" pitchFamily="34" charset="0"/>
              </a:rPr>
              <a:t>3. Pro Athlete Coaching</a:t>
            </a:r>
          </a:p>
          <a:p>
            <a:pPr marL="342900" lvl="0" indent="-342900" fontAlgn="t">
              <a:lnSpc>
                <a:spcPct val="100000"/>
              </a:lnSpc>
              <a:buFont typeface="Arial" panose="020B0604020202020204" pitchFamily="34" charset="0"/>
              <a:buChar char="•"/>
            </a:pPr>
            <a:r>
              <a:rPr lang="en-IN" sz="1600" dirty="0">
                <a:solidFill>
                  <a:schemeClr val="accent4">
                    <a:lumMod val="20000"/>
                    <a:lumOff val="80000"/>
                  </a:schemeClr>
                </a:solidFill>
                <a:latin typeface="Arial" panose="020B0604020202020204" pitchFamily="34" charset="0"/>
                <a:cs typeface="Arial" panose="020B0604020202020204" pitchFamily="34" charset="0"/>
              </a:rPr>
              <a:t>Weekly masterclasses with HYROX athletes</a:t>
            </a:r>
          </a:p>
          <a:p>
            <a:pPr marL="342900" lvl="0" indent="-342900" fontAlgn="t">
              <a:lnSpc>
                <a:spcPct val="100000"/>
              </a:lnSpc>
              <a:buFont typeface="Arial" panose="020B0604020202020204" pitchFamily="34" charset="0"/>
              <a:buChar char="•"/>
            </a:pPr>
            <a:r>
              <a:rPr lang="en-IN" sz="1600" dirty="0">
                <a:solidFill>
                  <a:schemeClr val="accent4">
                    <a:lumMod val="20000"/>
                    <a:lumOff val="80000"/>
                  </a:schemeClr>
                </a:solidFill>
                <a:latin typeface="Arial" panose="020B0604020202020204" pitchFamily="34" charset="0"/>
                <a:cs typeface="Arial" panose="020B0604020202020204" pitchFamily="34" charset="0"/>
              </a:rPr>
              <a:t>Race strategy workshops</a:t>
            </a:r>
          </a:p>
          <a:p>
            <a:pPr marL="342900" lvl="0" indent="-342900" fontAlgn="t">
              <a:lnSpc>
                <a:spcPct val="100000"/>
              </a:lnSpc>
              <a:buFont typeface="Arial" panose="020B0604020202020204" pitchFamily="34" charset="0"/>
              <a:buChar char="•"/>
            </a:pPr>
            <a:r>
              <a:rPr lang="en-IN" sz="1600" dirty="0">
                <a:solidFill>
                  <a:schemeClr val="accent4">
                    <a:lumMod val="20000"/>
                    <a:lumOff val="80000"/>
                  </a:schemeClr>
                </a:solidFill>
                <a:latin typeface="Arial" panose="020B0604020202020204" pitchFamily="34" charset="0"/>
                <a:cs typeface="Arial" panose="020B0604020202020204" pitchFamily="34" charset="0"/>
              </a:rPr>
              <a:t>Technique analysis sessions</a:t>
            </a:r>
          </a:p>
          <a:p>
            <a:pPr marL="342900" lvl="0" indent="-342900" fontAlgn="t">
              <a:lnSpc>
                <a:spcPct val="100000"/>
              </a:lnSpc>
              <a:buFont typeface="Arial" panose="020B0604020202020204" pitchFamily="34" charset="0"/>
              <a:buChar char="•"/>
            </a:pPr>
            <a:r>
              <a:rPr lang="en-IN" sz="1600" dirty="0">
                <a:solidFill>
                  <a:schemeClr val="accent4">
                    <a:lumMod val="20000"/>
                    <a:lumOff val="80000"/>
                  </a:schemeClr>
                </a:solidFill>
                <a:latin typeface="Arial" panose="020B0604020202020204" pitchFamily="34" charset="0"/>
                <a:cs typeface="Arial" panose="020B0604020202020204" pitchFamily="34" charset="0"/>
              </a:rPr>
              <a:t>Competition preparation camps</a:t>
            </a:r>
          </a:p>
          <a:p>
            <a:pPr lvl="0" fontAlgn="t">
              <a:lnSpc>
                <a:spcPct val="100000"/>
              </a:lnSpc>
            </a:pPr>
            <a:endParaRPr lang="en-IN" sz="1600" dirty="0">
              <a:solidFill>
                <a:schemeClr val="accent4">
                  <a:lumMod val="20000"/>
                  <a:lumOff val="80000"/>
                </a:schemeClr>
              </a:solidFill>
              <a:latin typeface="Arial" panose="020B0604020202020204" pitchFamily="34" charset="0"/>
              <a:cs typeface="Arial" panose="020B0604020202020204" pitchFamily="34" charset="0"/>
            </a:endParaRPr>
          </a:p>
          <a:p>
            <a:pPr fontAlgn="t">
              <a:lnSpc>
                <a:spcPct val="100000"/>
              </a:lnSpc>
              <a:buNone/>
            </a:pPr>
            <a:r>
              <a:rPr lang="en-IN" sz="1600" b="1" dirty="0">
                <a:solidFill>
                  <a:schemeClr val="accent4">
                    <a:lumMod val="20000"/>
                    <a:lumOff val="80000"/>
                  </a:schemeClr>
                </a:solidFill>
                <a:latin typeface="Arial" panose="020B0604020202020204" pitchFamily="34" charset="0"/>
                <a:cs typeface="Arial" panose="020B0604020202020204" pitchFamily="34" charset="0"/>
              </a:rPr>
              <a:t>4. Recovery &amp; Rehabilitation Lab</a:t>
            </a:r>
          </a:p>
          <a:p>
            <a:pPr fontAlgn="t">
              <a:lnSpc>
                <a:spcPct val="100000"/>
              </a:lnSpc>
              <a:buNone/>
            </a:pPr>
            <a:r>
              <a:rPr lang="en-IN" sz="1600" dirty="0">
                <a:solidFill>
                  <a:schemeClr val="accent4">
                    <a:lumMod val="20000"/>
                    <a:lumOff val="80000"/>
                  </a:schemeClr>
                </a:solidFill>
                <a:latin typeface="Arial" panose="020B0604020202020204" pitchFamily="34" charset="0"/>
                <a:cs typeface="Arial" panose="020B0604020202020204" pitchFamily="34" charset="0"/>
              </a:rPr>
              <a:t>METAENDURE Recovery Lab</a:t>
            </a:r>
          </a:p>
          <a:p>
            <a:pPr marL="342900" lvl="0" indent="-342900" fontAlgn="t">
              <a:lnSpc>
                <a:spcPct val="100000"/>
              </a:lnSpc>
              <a:buFont typeface="Arial" panose="020B0604020202020204" pitchFamily="34" charset="0"/>
              <a:buChar char="•"/>
            </a:pPr>
            <a:r>
              <a:rPr lang="en-IN" sz="1600" dirty="0">
                <a:solidFill>
                  <a:schemeClr val="accent4">
                    <a:lumMod val="20000"/>
                    <a:lumOff val="80000"/>
                  </a:schemeClr>
                </a:solidFill>
                <a:latin typeface="Arial" panose="020B0604020202020204" pitchFamily="34" charset="0"/>
                <a:cs typeface="Arial" panose="020B0604020202020204" pitchFamily="34" charset="0"/>
              </a:rPr>
              <a:t>Ice Baths</a:t>
            </a:r>
          </a:p>
          <a:p>
            <a:pPr marL="342900" lvl="0" indent="-342900" fontAlgn="t">
              <a:lnSpc>
                <a:spcPct val="100000"/>
              </a:lnSpc>
              <a:buFont typeface="Arial" panose="020B0604020202020204" pitchFamily="34" charset="0"/>
              <a:buChar char="•"/>
            </a:pPr>
            <a:r>
              <a:rPr lang="en-IN" sz="1600" dirty="0">
                <a:solidFill>
                  <a:schemeClr val="accent4">
                    <a:lumMod val="20000"/>
                    <a:lumOff val="80000"/>
                  </a:schemeClr>
                </a:solidFill>
                <a:latin typeface="Arial" panose="020B0604020202020204" pitchFamily="34" charset="0"/>
                <a:cs typeface="Arial" panose="020B0604020202020204" pitchFamily="34" charset="0"/>
              </a:rPr>
              <a:t>Infrared Sauna</a:t>
            </a:r>
          </a:p>
          <a:p>
            <a:pPr marL="342900" lvl="0" indent="-342900" fontAlgn="t">
              <a:lnSpc>
                <a:spcPct val="100000"/>
              </a:lnSpc>
              <a:buFont typeface="Arial" panose="020B0604020202020204" pitchFamily="34" charset="0"/>
              <a:buChar char="•"/>
            </a:pPr>
            <a:r>
              <a:rPr lang="en-IN" sz="1600" dirty="0">
                <a:solidFill>
                  <a:schemeClr val="accent4">
                    <a:lumMod val="20000"/>
                    <a:lumOff val="80000"/>
                  </a:schemeClr>
                </a:solidFill>
                <a:latin typeface="Arial" panose="020B0604020202020204" pitchFamily="34" charset="0"/>
                <a:cs typeface="Arial" panose="020B0604020202020204" pitchFamily="34" charset="0"/>
              </a:rPr>
              <a:t>Mobility Sessions</a:t>
            </a:r>
          </a:p>
          <a:p>
            <a:pPr marL="342900" lvl="0" indent="-342900" fontAlgn="t">
              <a:lnSpc>
                <a:spcPct val="100000"/>
              </a:lnSpc>
              <a:buFont typeface="Arial" panose="020B0604020202020204" pitchFamily="34" charset="0"/>
              <a:buChar char="•"/>
            </a:pPr>
            <a:r>
              <a:rPr lang="en-IN" sz="1600" dirty="0">
                <a:solidFill>
                  <a:schemeClr val="accent4">
                    <a:lumMod val="20000"/>
                    <a:lumOff val="80000"/>
                  </a:schemeClr>
                </a:solidFill>
                <a:latin typeface="Arial" panose="020B0604020202020204" pitchFamily="34" charset="0"/>
                <a:cs typeface="Arial" panose="020B0604020202020204" pitchFamily="34" charset="0"/>
              </a:rPr>
              <a:t>Sports Massage Partnerships</a:t>
            </a:r>
          </a:p>
          <a:p>
            <a:pPr marL="342900" lvl="0" indent="-342900" fontAlgn="t">
              <a:lnSpc>
                <a:spcPct val="100000"/>
              </a:lnSpc>
              <a:buFont typeface="Arial" panose="020B0604020202020204" pitchFamily="34" charset="0"/>
              <a:buChar char="•"/>
            </a:pPr>
            <a:r>
              <a:rPr lang="en-IN" sz="1600" dirty="0">
                <a:solidFill>
                  <a:schemeClr val="accent4">
                    <a:lumMod val="20000"/>
                    <a:lumOff val="80000"/>
                  </a:schemeClr>
                </a:solidFill>
                <a:latin typeface="Arial" panose="020B0604020202020204" pitchFamily="34" charset="0"/>
                <a:cs typeface="Arial" panose="020B0604020202020204" pitchFamily="34" charset="0"/>
              </a:rPr>
              <a:t>Recovery Tracking</a:t>
            </a:r>
          </a:p>
          <a:p>
            <a:pPr lvl="0" fontAlgn="t">
              <a:lnSpc>
                <a:spcPct val="100000"/>
              </a:lnSpc>
            </a:pPr>
            <a:endParaRPr lang="en-IN" sz="1600" dirty="0">
              <a:solidFill>
                <a:schemeClr val="accent4">
                  <a:lumMod val="20000"/>
                  <a:lumOff val="8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931700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3262B-5CAC-E6AB-5D44-E931038D169B}"/>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14BE464E-7D55-5BD7-797C-B5B4CB3A45E0}"/>
              </a:ext>
            </a:extLst>
          </p:cNvPr>
          <p:cNvPicPr>
            <a:picLocks noChangeAspect="1"/>
          </p:cNvPicPr>
          <p:nvPr/>
        </p:nvPicPr>
        <p:blipFill>
          <a:blip r:embed="rId2"/>
          <a:stretch>
            <a:fillRect/>
          </a:stretch>
        </p:blipFill>
        <p:spPr>
          <a:xfrm>
            <a:off x="0" y="-26578"/>
            <a:ext cx="12192000" cy="6884578"/>
          </a:xfrm>
          <a:prstGeom prst="rect">
            <a:avLst/>
          </a:prstGeom>
        </p:spPr>
      </p:pic>
      <p:sp>
        <p:nvSpPr>
          <p:cNvPr id="15" name="TextBox 14">
            <a:extLst>
              <a:ext uri="{FF2B5EF4-FFF2-40B4-BE49-F238E27FC236}">
                <a16:creationId xmlns:a16="http://schemas.microsoft.com/office/drawing/2014/main" id="{DDB7240A-EDE9-EB8A-2C98-5E8C9C263D8B}"/>
              </a:ext>
            </a:extLst>
          </p:cNvPr>
          <p:cNvSpPr txBox="1"/>
          <p:nvPr/>
        </p:nvSpPr>
        <p:spPr>
          <a:xfrm>
            <a:off x="185057" y="396133"/>
            <a:ext cx="8522461" cy="446276"/>
          </a:xfrm>
          <a:prstGeom prst="rect">
            <a:avLst/>
          </a:prstGeom>
          <a:noFill/>
        </p:spPr>
        <p:txBody>
          <a:bodyPr wrap="none" rtlCol="0">
            <a:spAutoFit/>
          </a:bodyPr>
          <a:lstStyle/>
          <a:p>
            <a:r>
              <a:rPr lang="en-IN" sz="2300" b="1" dirty="0">
                <a:solidFill>
                  <a:schemeClr val="bg1"/>
                </a:solidFill>
                <a:latin typeface="Arial" panose="020B0604020202020204" pitchFamily="34" charset="0"/>
                <a:cs typeface="Arial" panose="020B0604020202020204" pitchFamily="34" charset="0"/>
              </a:rPr>
              <a:t>METAENDURE LABS</a:t>
            </a:r>
            <a:r>
              <a:rPr lang="en-IN" sz="2300" b="1" dirty="0">
                <a:solidFill>
                  <a:srgbClr val="92D050"/>
                </a:solidFill>
                <a:latin typeface="Arial" panose="020B0604020202020204" pitchFamily="34" charset="0"/>
                <a:cs typeface="Arial" panose="020B0604020202020204" pitchFamily="34" charset="0"/>
              </a:rPr>
              <a:t> – HYROX PERFORMANCE PROGRAM</a:t>
            </a:r>
          </a:p>
        </p:txBody>
      </p:sp>
      <p:sp>
        <p:nvSpPr>
          <p:cNvPr id="19" name="TextBox 18">
            <a:extLst>
              <a:ext uri="{FF2B5EF4-FFF2-40B4-BE49-F238E27FC236}">
                <a16:creationId xmlns:a16="http://schemas.microsoft.com/office/drawing/2014/main" id="{334F7F18-C400-49C1-D7B0-C7F00AF10544}"/>
              </a:ext>
            </a:extLst>
          </p:cNvPr>
          <p:cNvSpPr txBox="1"/>
          <p:nvPr/>
        </p:nvSpPr>
        <p:spPr>
          <a:xfrm>
            <a:off x="9309672" y="6333418"/>
            <a:ext cx="2890535" cy="369332"/>
          </a:xfrm>
          <a:prstGeom prst="rect">
            <a:avLst/>
          </a:prstGeom>
          <a:noFill/>
        </p:spPr>
        <p:txBody>
          <a:bodyPr wrap="none" rtlCol="0">
            <a:spAutoFit/>
          </a:bodyPr>
          <a:lstStyle/>
          <a:p>
            <a:r>
              <a:rPr lang="en-IN" dirty="0">
                <a:solidFill>
                  <a:schemeClr val="bg1"/>
                </a:solidFill>
              </a:rPr>
              <a:t>www.metaendurelabs.com</a:t>
            </a:r>
          </a:p>
        </p:txBody>
      </p:sp>
      <p:pic>
        <p:nvPicPr>
          <p:cNvPr id="3" name="ymail_attachmentIdbae3d6b3-e1cb-49da-980e-006707d15fad" descr="Photo attachment: IMG-20260828-WA8280.jpg">
            <a:extLst>
              <a:ext uri="{FF2B5EF4-FFF2-40B4-BE49-F238E27FC236}">
                <a16:creationId xmlns:a16="http://schemas.microsoft.com/office/drawing/2014/main" id="{6064881B-44D9-B595-6952-4D4D11FF16B7}"/>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0932000" y="-5727"/>
            <a:ext cx="1260000" cy="120645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7C2B057F-AC25-6928-6E54-FA55DB861D27}"/>
              </a:ext>
            </a:extLst>
          </p:cNvPr>
          <p:cNvSpPr txBox="1"/>
          <p:nvPr/>
        </p:nvSpPr>
        <p:spPr>
          <a:xfrm>
            <a:off x="206682" y="1103298"/>
            <a:ext cx="10548257" cy="4031873"/>
          </a:xfrm>
          <a:prstGeom prst="rect">
            <a:avLst/>
          </a:prstGeom>
          <a:noFill/>
        </p:spPr>
        <p:txBody>
          <a:bodyPr wrap="square" rtlCol="0">
            <a:spAutoFit/>
          </a:bodyPr>
          <a:lstStyle/>
          <a:p>
            <a:pPr fontAlgn="t">
              <a:lnSpc>
                <a:spcPct val="100000"/>
              </a:lnSpc>
              <a:buNone/>
            </a:pPr>
            <a:r>
              <a:rPr lang="en-IN" sz="1600" b="1" dirty="0">
                <a:solidFill>
                  <a:schemeClr val="accent4">
                    <a:lumMod val="20000"/>
                    <a:lumOff val="80000"/>
                  </a:schemeClr>
                </a:solidFill>
                <a:latin typeface="Arial" panose="020B0604020202020204" pitchFamily="34" charset="0"/>
                <a:cs typeface="Arial" panose="020B0604020202020204" pitchFamily="34" charset="0"/>
              </a:rPr>
              <a:t>5. Race Nutrition Lab</a:t>
            </a:r>
          </a:p>
          <a:p>
            <a:pPr fontAlgn="t">
              <a:lnSpc>
                <a:spcPct val="100000"/>
              </a:lnSpc>
              <a:buNone/>
            </a:pPr>
            <a:r>
              <a:rPr lang="en-IN" sz="1600" dirty="0">
                <a:solidFill>
                  <a:schemeClr val="accent4">
                    <a:lumMod val="20000"/>
                    <a:lumOff val="80000"/>
                  </a:schemeClr>
                </a:solidFill>
                <a:latin typeface="Arial" panose="020B0604020202020204" pitchFamily="34" charset="0"/>
                <a:cs typeface="Arial" panose="020B0604020202020204" pitchFamily="34" charset="0"/>
              </a:rPr>
              <a:t>Provide:</a:t>
            </a:r>
          </a:p>
          <a:p>
            <a:pPr marL="342900" lvl="0" indent="-342900" fontAlgn="t">
              <a:lnSpc>
                <a:spcPct val="100000"/>
              </a:lnSpc>
              <a:buFont typeface="Arial" panose="020B0604020202020204" pitchFamily="34" charset="0"/>
              <a:buChar char="•"/>
            </a:pPr>
            <a:r>
              <a:rPr lang="en-IN" sz="1600" dirty="0">
                <a:solidFill>
                  <a:schemeClr val="accent4">
                    <a:lumMod val="20000"/>
                    <a:lumOff val="80000"/>
                  </a:schemeClr>
                </a:solidFill>
                <a:latin typeface="Arial" panose="020B0604020202020204" pitchFamily="34" charset="0"/>
                <a:cs typeface="Arial" panose="020B0604020202020204" pitchFamily="34" charset="0"/>
              </a:rPr>
              <a:t>Pre-race fuelling plans</a:t>
            </a:r>
          </a:p>
          <a:p>
            <a:pPr marL="342900" lvl="0" indent="-342900" fontAlgn="t">
              <a:lnSpc>
                <a:spcPct val="100000"/>
              </a:lnSpc>
              <a:buFont typeface="Arial" panose="020B0604020202020204" pitchFamily="34" charset="0"/>
              <a:buChar char="•"/>
            </a:pPr>
            <a:r>
              <a:rPr lang="en-IN" sz="1600" dirty="0">
                <a:solidFill>
                  <a:schemeClr val="accent4">
                    <a:lumMod val="20000"/>
                    <a:lumOff val="80000"/>
                  </a:schemeClr>
                </a:solidFill>
                <a:latin typeface="Arial" panose="020B0604020202020204" pitchFamily="34" charset="0"/>
                <a:cs typeface="Arial" panose="020B0604020202020204" pitchFamily="34" charset="0"/>
              </a:rPr>
              <a:t>During-race hydration strategies</a:t>
            </a:r>
          </a:p>
          <a:p>
            <a:pPr marL="342900" lvl="0" indent="-342900" fontAlgn="t">
              <a:lnSpc>
                <a:spcPct val="100000"/>
              </a:lnSpc>
              <a:buFont typeface="Arial" panose="020B0604020202020204" pitchFamily="34" charset="0"/>
              <a:buChar char="•"/>
            </a:pPr>
            <a:r>
              <a:rPr lang="en-IN" sz="1600" dirty="0">
                <a:solidFill>
                  <a:schemeClr val="accent4">
                    <a:lumMod val="20000"/>
                    <a:lumOff val="80000"/>
                  </a:schemeClr>
                </a:solidFill>
                <a:latin typeface="Arial" panose="020B0604020202020204" pitchFamily="34" charset="0"/>
                <a:cs typeface="Arial" panose="020B0604020202020204" pitchFamily="34" charset="0"/>
              </a:rPr>
              <a:t>Carb-loading protocols</a:t>
            </a:r>
          </a:p>
          <a:p>
            <a:pPr marL="342900" lvl="0" indent="-342900" fontAlgn="t">
              <a:lnSpc>
                <a:spcPct val="100000"/>
              </a:lnSpc>
              <a:buFont typeface="Arial" panose="020B0604020202020204" pitchFamily="34" charset="0"/>
              <a:buChar char="•"/>
            </a:pPr>
            <a:r>
              <a:rPr lang="en-IN" sz="1600" dirty="0">
                <a:solidFill>
                  <a:schemeClr val="accent4">
                    <a:lumMod val="20000"/>
                    <a:lumOff val="80000"/>
                  </a:schemeClr>
                </a:solidFill>
                <a:latin typeface="Arial" panose="020B0604020202020204" pitchFamily="34" charset="0"/>
                <a:cs typeface="Arial" panose="020B0604020202020204" pitchFamily="34" charset="0"/>
              </a:rPr>
              <a:t>Recovery nutrition guidance</a:t>
            </a:r>
          </a:p>
          <a:p>
            <a:pPr marL="342900" lvl="0" indent="-342900" fontAlgn="t">
              <a:lnSpc>
                <a:spcPct val="100000"/>
              </a:lnSpc>
              <a:buFont typeface="Arial" panose="020B0604020202020204" pitchFamily="34" charset="0"/>
              <a:buChar char="•"/>
            </a:pPr>
            <a:r>
              <a:rPr lang="en-IN" sz="1600" dirty="0">
                <a:solidFill>
                  <a:schemeClr val="accent4">
                    <a:lumMod val="20000"/>
                    <a:lumOff val="80000"/>
                  </a:schemeClr>
                </a:solidFill>
                <a:latin typeface="Arial" panose="020B0604020202020204" pitchFamily="34" charset="0"/>
                <a:cs typeface="Arial" panose="020B0604020202020204" pitchFamily="34" charset="0"/>
              </a:rPr>
              <a:t>Supplement education</a:t>
            </a:r>
          </a:p>
          <a:p>
            <a:pPr lvl="0" fontAlgn="t">
              <a:lnSpc>
                <a:spcPct val="100000"/>
              </a:lnSpc>
            </a:pPr>
            <a:endParaRPr lang="en-IN" sz="1600" dirty="0">
              <a:solidFill>
                <a:schemeClr val="accent4">
                  <a:lumMod val="20000"/>
                  <a:lumOff val="80000"/>
                </a:schemeClr>
              </a:solidFill>
              <a:latin typeface="Arial" panose="020B0604020202020204" pitchFamily="34" charset="0"/>
              <a:cs typeface="Arial" panose="020B0604020202020204" pitchFamily="34" charset="0"/>
            </a:endParaRPr>
          </a:p>
          <a:p>
            <a:pPr fontAlgn="t">
              <a:lnSpc>
                <a:spcPct val="100000"/>
              </a:lnSpc>
              <a:buNone/>
            </a:pPr>
            <a:r>
              <a:rPr lang="en-IN" sz="1600" b="1" dirty="0">
                <a:solidFill>
                  <a:schemeClr val="accent4">
                    <a:lumMod val="20000"/>
                    <a:lumOff val="80000"/>
                  </a:schemeClr>
                </a:solidFill>
                <a:latin typeface="Arial" panose="020B0604020202020204" pitchFamily="34" charset="0"/>
                <a:cs typeface="Arial" panose="020B0604020202020204" pitchFamily="34" charset="0"/>
              </a:rPr>
              <a:t>6. Community &amp; Competition</a:t>
            </a:r>
          </a:p>
          <a:p>
            <a:pPr fontAlgn="t">
              <a:lnSpc>
                <a:spcPct val="100000"/>
              </a:lnSpc>
              <a:buNone/>
            </a:pPr>
            <a:r>
              <a:rPr lang="en-IN" sz="1600" dirty="0">
                <a:solidFill>
                  <a:schemeClr val="accent4">
                    <a:lumMod val="20000"/>
                    <a:lumOff val="80000"/>
                  </a:schemeClr>
                </a:solidFill>
                <a:latin typeface="Arial" panose="020B0604020202020204" pitchFamily="34" charset="0"/>
                <a:cs typeface="Arial" panose="020B0604020202020204" pitchFamily="34" charset="0"/>
              </a:rPr>
              <a:t>Build a strong HYROX community through:</a:t>
            </a:r>
          </a:p>
          <a:p>
            <a:pPr marL="342900" lvl="0" indent="-342900" fontAlgn="t">
              <a:lnSpc>
                <a:spcPct val="100000"/>
              </a:lnSpc>
              <a:buFont typeface="Arial" panose="020B0604020202020204" pitchFamily="34" charset="0"/>
              <a:buChar char="•"/>
            </a:pPr>
            <a:r>
              <a:rPr lang="en-IN" sz="1600" dirty="0">
                <a:solidFill>
                  <a:schemeClr val="accent4">
                    <a:lumMod val="20000"/>
                    <a:lumOff val="80000"/>
                  </a:schemeClr>
                </a:solidFill>
                <a:latin typeface="Arial" panose="020B0604020202020204" pitchFamily="34" charset="0"/>
                <a:cs typeface="Arial" panose="020B0604020202020204" pitchFamily="34" charset="0"/>
              </a:rPr>
              <a:t>Monthly Simulation Race Days</a:t>
            </a:r>
          </a:p>
          <a:p>
            <a:pPr marL="342900" lvl="0" indent="-342900" fontAlgn="t">
              <a:lnSpc>
                <a:spcPct val="100000"/>
              </a:lnSpc>
              <a:buFont typeface="Arial" panose="020B0604020202020204" pitchFamily="34" charset="0"/>
              <a:buChar char="•"/>
            </a:pPr>
            <a:r>
              <a:rPr lang="en-IN" sz="1600" dirty="0">
                <a:solidFill>
                  <a:schemeClr val="accent4">
                    <a:lumMod val="20000"/>
                    <a:lumOff val="80000"/>
                  </a:schemeClr>
                </a:solidFill>
                <a:latin typeface="Arial" panose="020B0604020202020204" pitchFamily="34" charset="0"/>
                <a:cs typeface="Arial" panose="020B0604020202020204" pitchFamily="34" charset="0"/>
              </a:rPr>
              <a:t>Partner HYROX Events</a:t>
            </a:r>
          </a:p>
          <a:p>
            <a:pPr marL="342900" lvl="0" indent="-342900" fontAlgn="t">
              <a:lnSpc>
                <a:spcPct val="100000"/>
              </a:lnSpc>
              <a:buFont typeface="Arial" panose="020B0604020202020204" pitchFamily="34" charset="0"/>
              <a:buChar char="•"/>
            </a:pPr>
            <a:r>
              <a:rPr lang="en-IN" sz="1600" dirty="0">
                <a:solidFill>
                  <a:schemeClr val="accent4">
                    <a:lumMod val="20000"/>
                    <a:lumOff val="80000"/>
                  </a:schemeClr>
                </a:solidFill>
                <a:latin typeface="Arial" panose="020B0604020202020204" pitchFamily="34" charset="0"/>
                <a:cs typeface="Arial" panose="020B0604020202020204" pitchFamily="34" charset="0"/>
              </a:rPr>
              <a:t>In-House Leaderboards</a:t>
            </a:r>
          </a:p>
          <a:p>
            <a:pPr marL="342900" lvl="0" indent="-342900" fontAlgn="t">
              <a:lnSpc>
                <a:spcPct val="100000"/>
              </a:lnSpc>
              <a:buFont typeface="Arial" panose="020B0604020202020204" pitchFamily="34" charset="0"/>
              <a:buChar char="•"/>
            </a:pPr>
            <a:r>
              <a:rPr lang="en-IN" sz="1600" dirty="0">
                <a:solidFill>
                  <a:schemeClr val="accent4">
                    <a:lumMod val="20000"/>
                    <a:lumOff val="80000"/>
                  </a:schemeClr>
                </a:solidFill>
                <a:latin typeface="Arial" panose="020B0604020202020204" pitchFamily="34" charset="0"/>
                <a:cs typeface="Arial" panose="020B0604020202020204" pitchFamily="34" charset="0"/>
              </a:rPr>
              <a:t>Team Competitions</a:t>
            </a:r>
          </a:p>
          <a:p>
            <a:pPr marL="342900" lvl="0" indent="-342900" fontAlgn="t">
              <a:lnSpc>
                <a:spcPct val="100000"/>
              </a:lnSpc>
              <a:buFont typeface="Arial" panose="020B0604020202020204" pitchFamily="34" charset="0"/>
              <a:buChar char="•"/>
            </a:pPr>
            <a:r>
              <a:rPr lang="en-IN" sz="1600" dirty="0">
                <a:solidFill>
                  <a:schemeClr val="accent4">
                    <a:lumMod val="20000"/>
                    <a:lumOff val="80000"/>
                  </a:schemeClr>
                </a:solidFill>
                <a:latin typeface="Arial" panose="020B0604020202020204" pitchFamily="34" charset="0"/>
                <a:cs typeface="Arial" panose="020B0604020202020204" pitchFamily="34" charset="0"/>
              </a:rPr>
              <a:t>HYROX Training Camps</a:t>
            </a:r>
          </a:p>
          <a:p>
            <a:pPr marL="342900" lvl="0" indent="-342900" fontAlgn="t">
              <a:lnSpc>
                <a:spcPct val="100000"/>
              </a:lnSpc>
              <a:buFont typeface="Arial" panose="020B0604020202020204" pitchFamily="34" charset="0"/>
              <a:buChar char="•"/>
            </a:pPr>
            <a:endParaRPr lang="en-IN" sz="1600" dirty="0">
              <a:solidFill>
                <a:schemeClr val="accent4">
                  <a:lumMod val="20000"/>
                  <a:lumOff val="8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048024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47D7830-E86B-0165-28A0-DB178C72E037}"/>
              </a:ext>
            </a:extLst>
          </p:cNvPr>
          <p:cNvSpPr/>
          <p:nvPr/>
        </p:nvSpPr>
        <p:spPr>
          <a:xfrm>
            <a:off x="1053760" y="340718"/>
            <a:ext cx="1493134" cy="4861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ABOUT</a:t>
            </a:r>
          </a:p>
        </p:txBody>
      </p:sp>
      <p:sp>
        <p:nvSpPr>
          <p:cNvPr id="4" name="Rectangle 3">
            <a:extLst>
              <a:ext uri="{FF2B5EF4-FFF2-40B4-BE49-F238E27FC236}">
                <a16:creationId xmlns:a16="http://schemas.microsoft.com/office/drawing/2014/main" id="{C704CD39-3862-4A5D-9BF2-D6B575834891}"/>
              </a:ext>
            </a:extLst>
          </p:cNvPr>
          <p:cNvSpPr/>
          <p:nvPr/>
        </p:nvSpPr>
        <p:spPr>
          <a:xfrm>
            <a:off x="2653826" y="340714"/>
            <a:ext cx="1757423" cy="4861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YOUR SPORTS</a:t>
            </a:r>
          </a:p>
        </p:txBody>
      </p:sp>
      <p:sp>
        <p:nvSpPr>
          <p:cNvPr id="6" name="Rectangle 5">
            <a:extLst>
              <a:ext uri="{FF2B5EF4-FFF2-40B4-BE49-F238E27FC236}">
                <a16:creationId xmlns:a16="http://schemas.microsoft.com/office/drawing/2014/main" id="{9F33DB3E-81EC-0343-14E4-FA683FD11208}"/>
              </a:ext>
            </a:extLst>
          </p:cNvPr>
          <p:cNvSpPr/>
          <p:nvPr/>
        </p:nvSpPr>
        <p:spPr>
          <a:xfrm>
            <a:off x="4631182" y="340714"/>
            <a:ext cx="1493134" cy="4861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WE OFFER</a:t>
            </a:r>
          </a:p>
        </p:txBody>
      </p:sp>
      <p:sp>
        <p:nvSpPr>
          <p:cNvPr id="8" name="Rectangle 7">
            <a:extLst>
              <a:ext uri="{FF2B5EF4-FFF2-40B4-BE49-F238E27FC236}">
                <a16:creationId xmlns:a16="http://schemas.microsoft.com/office/drawing/2014/main" id="{4380000C-BA4D-E26D-2950-CB28ED9DFF65}"/>
              </a:ext>
            </a:extLst>
          </p:cNvPr>
          <p:cNvSpPr/>
          <p:nvPr/>
        </p:nvSpPr>
        <p:spPr>
          <a:xfrm>
            <a:off x="6162367" y="326617"/>
            <a:ext cx="1493134" cy="4861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PERFORMANCE COACHES</a:t>
            </a:r>
          </a:p>
        </p:txBody>
      </p:sp>
      <p:sp>
        <p:nvSpPr>
          <p:cNvPr id="10" name="Rectangle 9">
            <a:extLst>
              <a:ext uri="{FF2B5EF4-FFF2-40B4-BE49-F238E27FC236}">
                <a16:creationId xmlns:a16="http://schemas.microsoft.com/office/drawing/2014/main" id="{4B125827-F715-2402-2EBD-863C2D57B4C8}"/>
              </a:ext>
            </a:extLst>
          </p:cNvPr>
          <p:cNvSpPr/>
          <p:nvPr/>
        </p:nvSpPr>
        <p:spPr>
          <a:xfrm>
            <a:off x="11795980" y="1210082"/>
            <a:ext cx="1662895" cy="4861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CONTACT US</a:t>
            </a:r>
          </a:p>
        </p:txBody>
      </p:sp>
      <p:cxnSp>
        <p:nvCxnSpPr>
          <p:cNvPr id="14" name="Straight Arrow Connector 13">
            <a:extLst>
              <a:ext uri="{FF2B5EF4-FFF2-40B4-BE49-F238E27FC236}">
                <a16:creationId xmlns:a16="http://schemas.microsoft.com/office/drawing/2014/main" id="{D2768640-24CC-9D1B-177A-71333E783B4F}"/>
              </a:ext>
            </a:extLst>
          </p:cNvPr>
          <p:cNvCxnSpPr>
            <a:cxnSpLocks/>
            <a:stCxn id="2" idx="2"/>
          </p:cNvCxnSpPr>
          <p:nvPr/>
        </p:nvCxnSpPr>
        <p:spPr>
          <a:xfrm>
            <a:off x="1800327" y="826855"/>
            <a:ext cx="0" cy="462988"/>
          </a:xfrm>
          <a:prstGeom prst="straightConnector1">
            <a:avLst/>
          </a:prstGeom>
          <a:ln>
            <a:solidFill>
              <a:srgbClr val="FFFF00"/>
            </a:solidFill>
            <a:tailEnd type="triangle"/>
          </a:ln>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E03DE112-FB85-974D-37B3-00B111E7505C}"/>
              </a:ext>
            </a:extLst>
          </p:cNvPr>
          <p:cNvSpPr/>
          <p:nvPr/>
        </p:nvSpPr>
        <p:spPr>
          <a:xfrm>
            <a:off x="614417" y="2058492"/>
            <a:ext cx="2743197" cy="4629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WHY METAENURE LABS</a:t>
            </a:r>
          </a:p>
        </p:txBody>
      </p:sp>
      <p:sp>
        <p:nvSpPr>
          <p:cNvPr id="21" name="Rectangle 20">
            <a:extLst>
              <a:ext uri="{FF2B5EF4-FFF2-40B4-BE49-F238E27FC236}">
                <a16:creationId xmlns:a16="http://schemas.microsoft.com/office/drawing/2014/main" id="{0F8AFB33-9072-B117-6588-F3F6CB523132}"/>
              </a:ext>
            </a:extLst>
          </p:cNvPr>
          <p:cNvSpPr/>
          <p:nvPr/>
        </p:nvSpPr>
        <p:spPr>
          <a:xfrm>
            <a:off x="614416" y="2713196"/>
            <a:ext cx="2743197" cy="4629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VISION</a:t>
            </a:r>
          </a:p>
        </p:txBody>
      </p:sp>
      <p:sp>
        <p:nvSpPr>
          <p:cNvPr id="23" name="Rectangle 22">
            <a:extLst>
              <a:ext uri="{FF2B5EF4-FFF2-40B4-BE49-F238E27FC236}">
                <a16:creationId xmlns:a16="http://schemas.microsoft.com/office/drawing/2014/main" id="{EF4A0AB5-5DB9-D378-C03E-D843E60878CD}"/>
              </a:ext>
            </a:extLst>
          </p:cNvPr>
          <p:cNvSpPr/>
          <p:nvPr/>
        </p:nvSpPr>
        <p:spPr>
          <a:xfrm>
            <a:off x="614416" y="3372954"/>
            <a:ext cx="2743197" cy="4629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MISION </a:t>
            </a:r>
          </a:p>
        </p:txBody>
      </p:sp>
      <p:sp>
        <p:nvSpPr>
          <p:cNvPr id="25" name="Rectangle 24">
            <a:extLst>
              <a:ext uri="{FF2B5EF4-FFF2-40B4-BE49-F238E27FC236}">
                <a16:creationId xmlns:a16="http://schemas.microsoft.com/office/drawing/2014/main" id="{FDA2B6F3-F0C4-D73B-1B2D-A3D97CECCE30}"/>
              </a:ext>
            </a:extLst>
          </p:cNvPr>
          <p:cNvSpPr/>
          <p:nvPr/>
        </p:nvSpPr>
        <p:spPr>
          <a:xfrm>
            <a:off x="558934" y="4062348"/>
            <a:ext cx="2743197" cy="4629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PILLARS</a:t>
            </a:r>
          </a:p>
        </p:txBody>
      </p:sp>
      <p:sp>
        <p:nvSpPr>
          <p:cNvPr id="27" name="Rectangle 26">
            <a:extLst>
              <a:ext uri="{FF2B5EF4-FFF2-40B4-BE49-F238E27FC236}">
                <a16:creationId xmlns:a16="http://schemas.microsoft.com/office/drawing/2014/main" id="{34E1EF97-ACCE-238C-93FF-8B93D6D0410D}"/>
              </a:ext>
            </a:extLst>
          </p:cNvPr>
          <p:cNvSpPr/>
          <p:nvPr/>
        </p:nvSpPr>
        <p:spPr>
          <a:xfrm>
            <a:off x="4024136" y="4127463"/>
            <a:ext cx="2743197" cy="4629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ENDURE = ENDURANCE </a:t>
            </a:r>
          </a:p>
        </p:txBody>
      </p:sp>
      <p:sp>
        <p:nvSpPr>
          <p:cNvPr id="29" name="Rectangle 28">
            <a:extLst>
              <a:ext uri="{FF2B5EF4-FFF2-40B4-BE49-F238E27FC236}">
                <a16:creationId xmlns:a16="http://schemas.microsoft.com/office/drawing/2014/main" id="{86936FB4-27CC-19D4-CA70-AEFBCDFB3F26}"/>
              </a:ext>
            </a:extLst>
          </p:cNvPr>
          <p:cNvSpPr/>
          <p:nvPr/>
        </p:nvSpPr>
        <p:spPr>
          <a:xfrm>
            <a:off x="4024136" y="4707293"/>
            <a:ext cx="2743197" cy="4629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EVOLVE = MINDSET + SCIENCE</a:t>
            </a:r>
          </a:p>
        </p:txBody>
      </p:sp>
      <p:sp>
        <p:nvSpPr>
          <p:cNvPr id="31" name="Rectangle 30">
            <a:extLst>
              <a:ext uri="{FF2B5EF4-FFF2-40B4-BE49-F238E27FC236}">
                <a16:creationId xmlns:a16="http://schemas.microsoft.com/office/drawing/2014/main" id="{BBC010FF-3009-7DFD-C6AE-B8780668CC80}"/>
              </a:ext>
            </a:extLst>
          </p:cNvPr>
          <p:cNvSpPr/>
          <p:nvPr/>
        </p:nvSpPr>
        <p:spPr>
          <a:xfrm>
            <a:off x="4039564" y="5350398"/>
            <a:ext cx="2743197" cy="4629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EXCEL = PERFORMANCE</a:t>
            </a:r>
          </a:p>
        </p:txBody>
      </p:sp>
      <p:sp>
        <p:nvSpPr>
          <p:cNvPr id="33" name="Rectangle 32">
            <a:extLst>
              <a:ext uri="{FF2B5EF4-FFF2-40B4-BE49-F238E27FC236}">
                <a16:creationId xmlns:a16="http://schemas.microsoft.com/office/drawing/2014/main" id="{3828B833-DD67-8F88-BB4C-047AD3A066D1}"/>
              </a:ext>
            </a:extLst>
          </p:cNvPr>
          <p:cNvSpPr/>
          <p:nvPr/>
        </p:nvSpPr>
        <p:spPr>
          <a:xfrm>
            <a:off x="614416" y="4948512"/>
            <a:ext cx="2743197" cy="4629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OUR PERFORMANCE SYSTEM</a:t>
            </a:r>
          </a:p>
        </p:txBody>
      </p:sp>
      <p:sp>
        <p:nvSpPr>
          <p:cNvPr id="35" name="Rectangle 34">
            <a:extLst>
              <a:ext uri="{FF2B5EF4-FFF2-40B4-BE49-F238E27FC236}">
                <a16:creationId xmlns:a16="http://schemas.microsoft.com/office/drawing/2014/main" id="{01BC01AB-3EA2-BEAD-1A39-9A01190C5715}"/>
              </a:ext>
            </a:extLst>
          </p:cNvPr>
          <p:cNvSpPr/>
          <p:nvPr/>
        </p:nvSpPr>
        <p:spPr>
          <a:xfrm>
            <a:off x="614418" y="5813386"/>
            <a:ext cx="2743197" cy="4629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WHAT MAKES US DIFFERENT</a:t>
            </a:r>
          </a:p>
        </p:txBody>
      </p:sp>
      <p:sp>
        <p:nvSpPr>
          <p:cNvPr id="37" name="Rectangle 36">
            <a:extLst>
              <a:ext uri="{FF2B5EF4-FFF2-40B4-BE49-F238E27FC236}">
                <a16:creationId xmlns:a16="http://schemas.microsoft.com/office/drawing/2014/main" id="{22A21655-5D5D-43B5-8589-8A9434DBE949}"/>
              </a:ext>
            </a:extLst>
          </p:cNvPr>
          <p:cNvSpPr/>
          <p:nvPr/>
        </p:nvSpPr>
        <p:spPr>
          <a:xfrm>
            <a:off x="7757649" y="340714"/>
            <a:ext cx="2050783" cy="4861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PERFORMANCE PARTNERS</a:t>
            </a:r>
          </a:p>
        </p:txBody>
      </p:sp>
      <p:sp>
        <p:nvSpPr>
          <p:cNvPr id="41" name="Rectangle 40">
            <a:extLst>
              <a:ext uri="{FF2B5EF4-FFF2-40B4-BE49-F238E27FC236}">
                <a16:creationId xmlns:a16="http://schemas.microsoft.com/office/drawing/2014/main" id="{1D375D4E-5D95-557F-BA27-73B945D58F07}"/>
              </a:ext>
            </a:extLst>
          </p:cNvPr>
          <p:cNvSpPr/>
          <p:nvPr/>
        </p:nvSpPr>
        <p:spPr>
          <a:xfrm>
            <a:off x="-549335" y="326618"/>
            <a:ext cx="1493134" cy="4861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HOME</a:t>
            </a:r>
          </a:p>
        </p:txBody>
      </p:sp>
      <p:sp>
        <p:nvSpPr>
          <p:cNvPr id="5" name="Rectangle 4">
            <a:extLst>
              <a:ext uri="{FF2B5EF4-FFF2-40B4-BE49-F238E27FC236}">
                <a16:creationId xmlns:a16="http://schemas.microsoft.com/office/drawing/2014/main" id="{AEB41458-C23A-A5BE-997B-21EA2D5C1709}"/>
              </a:ext>
            </a:extLst>
          </p:cNvPr>
          <p:cNvSpPr/>
          <p:nvPr/>
        </p:nvSpPr>
        <p:spPr>
          <a:xfrm>
            <a:off x="614417" y="1406323"/>
            <a:ext cx="2743197" cy="4629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FOUNDER</a:t>
            </a:r>
          </a:p>
        </p:txBody>
      </p:sp>
      <p:cxnSp>
        <p:nvCxnSpPr>
          <p:cNvPr id="7" name="Straight Arrow Connector 6">
            <a:extLst>
              <a:ext uri="{FF2B5EF4-FFF2-40B4-BE49-F238E27FC236}">
                <a16:creationId xmlns:a16="http://schemas.microsoft.com/office/drawing/2014/main" id="{D5EA7055-F72B-36E9-0918-261630DE4691}"/>
              </a:ext>
            </a:extLst>
          </p:cNvPr>
          <p:cNvCxnSpPr>
            <a:cxnSpLocks/>
            <a:endCxn id="27" idx="1"/>
          </p:cNvCxnSpPr>
          <p:nvPr/>
        </p:nvCxnSpPr>
        <p:spPr>
          <a:xfrm>
            <a:off x="3281609" y="4358591"/>
            <a:ext cx="742527" cy="366"/>
          </a:xfrm>
          <a:prstGeom prst="straightConnector1">
            <a:avLst/>
          </a:prstGeom>
          <a:ln>
            <a:solidFill>
              <a:srgbClr val="FFFF00"/>
            </a:solidFill>
            <a:tailEnd type="triangle"/>
          </a:ln>
        </p:spPr>
        <p:style>
          <a:lnRef idx="2">
            <a:schemeClr val="accent1"/>
          </a:lnRef>
          <a:fillRef idx="0">
            <a:schemeClr val="accent1"/>
          </a:fillRef>
          <a:effectRef idx="1">
            <a:schemeClr val="accent1"/>
          </a:effectRef>
          <a:fontRef idx="minor">
            <a:schemeClr val="tx1"/>
          </a:fontRef>
        </p:style>
      </p:cxnSp>
      <p:pic>
        <p:nvPicPr>
          <p:cNvPr id="16" name="Picture 15">
            <a:extLst>
              <a:ext uri="{FF2B5EF4-FFF2-40B4-BE49-F238E27FC236}">
                <a16:creationId xmlns:a16="http://schemas.microsoft.com/office/drawing/2014/main" id="{84920761-73EF-E19E-0271-72ACF4AABD5C}"/>
              </a:ext>
            </a:extLst>
          </p:cNvPr>
          <p:cNvPicPr>
            <a:picLocks noChangeAspect="1"/>
          </p:cNvPicPr>
          <p:nvPr/>
        </p:nvPicPr>
        <p:blipFill>
          <a:blip r:embed="rId2"/>
          <a:stretch>
            <a:fillRect/>
          </a:stretch>
        </p:blipFill>
        <p:spPr>
          <a:xfrm>
            <a:off x="8452695" y="2735366"/>
            <a:ext cx="1999432" cy="1347135"/>
          </a:xfrm>
          <a:prstGeom prst="rect">
            <a:avLst/>
          </a:prstGeom>
        </p:spPr>
      </p:pic>
      <p:pic>
        <p:nvPicPr>
          <p:cNvPr id="18" name="Picture 17">
            <a:extLst>
              <a:ext uri="{FF2B5EF4-FFF2-40B4-BE49-F238E27FC236}">
                <a16:creationId xmlns:a16="http://schemas.microsoft.com/office/drawing/2014/main" id="{6C4C4C99-DA2B-1CF3-3A7A-D11954A89D7D}"/>
              </a:ext>
            </a:extLst>
          </p:cNvPr>
          <p:cNvPicPr>
            <a:picLocks noChangeAspect="1"/>
          </p:cNvPicPr>
          <p:nvPr/>
        </p:nvPicPr>
        <p:blipFill>
          <a:blip r:embed="rId3"/>
          <a:stretch>
            <a:fillRect/>
          </a:stretch>
        </p:blipFill>
        <p:spPr>
          <a:xfrm>
            <a:off x="8652404" y="4221119"/>
            <a:ext cx="1999432" cy="1321993"/>
          </a:xfrm>
          <a:prstGeom prst="rect">
            <a:avLst/>
          </a:prstGeom>
        </p:spPr>
      </p:pic>
      <p:pic>
        <p:nvPicPr>
          <p:cNvPr id="22" name="Picture 21">
            <a:extLst>
              <a:ext uri="{FF2B5EF4-FFF2-40B4-BE49-F238E27FC236}">
                <a16:creationId xmlns:a16="http://schemas.microsoft.com/office/drawing/2014/main" id="{68020B5E-198B-DE08-0FDF-4FA8E9F62C8E}"/>
              </a:ext>
            </a:extLst>
          </p:cNvPr>
          <p:cNvPicPr>
            <a:picLocks noChangeAspect="1"/>
          </p:cNvPicPr>
          <p:nvPr/>
        </p:nvPicPr>
        <p:blipFill>
          <a:blip r:embed="rId4"/>
          <a:stretch>
            <a:fillRect/>
          </a:stretch>
        </p:blipFill>
        <p:spPr>
          <a:xfrm>
            <a:off x="8730968" y="5704161"/>
            <a:ext cx="1842303" cy="1357439"/>
          </a:xfrm>
          <a:prstGeom prst="rect">
            <a:avLst/>
          </a:prstGeom>
        </p:spPr>
      </p:pic>
      <p:sp>
        <p:nvSpPr>
          <p:cNvPr id="24" name="TextBox 23">
            <a:extLst>
              <a:ext uri="{FF2B5EF4-FFF2-40B4-BE49-F238E27FC236}">
                <a16:creationId xmlns:a16="http://schemas.microsoft.com/office/drawing/2014/main" id="{776D49F3-A8F0-9435-1590-27941A60A8E5}"/>
              </a:ext>
            </a:extLst>
          </p:cNvPr>
          <p:cNvSpPr txBox="1"/>
          <p:nvPr/>
        </p:nvSpPr>
        <p:spPr>
          <a:xfrm>
            <a:off x="6764618" y="4221119"/>
            <a:ext cx="1476494" cy="369332"/>
          </a:xfrm>
          <a:prstGeom prst="rect">
            <a:avLst/>
          </a:prstGeom>
          <a:noFill/>
        </p:spPr>
        <p:txBody>
          <a:bodyPr wrap="none" rtlCol="0">
            <a:spAutoFit/>
          </a:bodyPr>
          <a:lstStyle/>
          <a:p>
            <a:r>
              <a:rPr lang="en-IN" b="1" dirty="0">
                <a:solidFill>
                  <a:schemeClr val="tx2">
                    <a:lumMod val="10000"/>
                    <a:lumOff val="90000"/>
                  </a:schemeClr>
                </a:solidFill>
              </a:rPr>
              <a:t>Refer slide 8</a:t>
            </a:r>
          </a:p>
        </p:txBody>
      </p:sp>
      <p:sp>
        <p:nvSpPr>
          <p:cNvPr id="28" name="TextBox 27">
            <a:extLst>
              <a:ext uri="{FF2B5EF4-FFF2-40B4-BE49-F238E27FC236}">
                <a16:creationId xmlns:a16="http://schemas.microsoft.com/office/drawing/2014/main" id="{AF6B6C64-9529-3684-175A-0CC6E6936D48}"/>
              </a:ext>
            </a:extLst>
          </p:cNvPr>
          <p:cNvSpPr txBox="1"/>
          <p:nvPr/>
        </p:nvSpPr>
        <p:spPr>
          <a:xfrm>
            <a:off x="6734407" y="4734758"/>
            <a:ext cx="1476494" cy="369332"/>
          </a:xfrm>
          <a:prstGeom prst="rect">
            <a:avLst/>
          </a:prstGeom>
          <a:noFill/>
        </p:spPr>
        <p:txBody>
          <a:bodyPr wrap="none" rtlCol="0">
            <a:spAutoFit/>
          </a:bodyPr>
          <a:lstStyle/>
          <a:p>
            <a:r>
              <a:rPr lang="en-IN" b="1" dirty="0">
                <a:solidFill>
                  <a:schemeClr val="tx2">
                    <a:lumMod val="10000"/>
                    <a:lumOff val="90000"/>
                  </a:schemeClr>
                </a:solidFill>
              </a:rPr>
              <a:t>Refer slide 8</a:t>
            </a:r>
          </a:p>
        </p:txBody>
      </p:sp>
      <p:sp>
        <p:nvSpPr>
          <p:cNvPr id="32" name="TextBox 31">
            <a:extLst>
              <a:ext uri="{FF2B5EF4-FFF2-40B4-BE49-F238E27FC236}">
                <a16:creationId xmlns:a16="http://schemas.microsoft.com/office/drawing/2014/main" id="{552B091C-F8E6-2006-3A35-39FEE3907327}"/>
              </a:ext>
            </a:extLst>
          </p:cNvPr>
          <p:cNvSpPr txBox="1"/>
          <p:nvPr/>
        </p:nvSpPr>
        <p:spPr>
          <a:xfrm>
            <a:off x="6726463" y="5350398"/>
            <a:ext cx="1476494" cy="369332"/>
          </a:xfrm>
          <a:prstGeom prst="rect">
            <a:avLst/>
          </a:prstGeom>
          <a:noFill/>
        </p:spPr>
        <p:txBody>
          <a:bodyPr wrap="none" rtlCol="0">
            <a:spAutoFit/>
          </a:bodyPr>
          <a:lstStyle/>
          <a:p>
            <a:r>
              <a:rPr lang="en-IN" b="1" dirty="0">
                <a:solidFill>
                  <a:schemeClr val="tx2">
                    <a:lumMod val="10000"/>
                    <a:lumOff val="90000"/>
                  </a:schemeClr>
                </a:solidFill>
              </a:rPr>
              <a:t>Refer slide 8</a:t>
            </a:r>
          </a:p>
        </p:txBody>
      </p:sp>
      <p:sp>
        <p:nvSpPr>
          <p:cNvPr id="36" name="TextBox 35">
            <a:extLst>
              <a:ext uri="{FF2B5EF4-FFF2-40B4-BE49-F238E27FC236}">
                <a16:creationId xmlns:a16="http://schemas.microsoft.com/office/drawing/2014/main" id="{E27644A7-BB72-7FAC-26D5-97B3ED113311}"/>
              </a:ext>
            </a:extLst>
          </p:cNvPr>
          <p:cNvSpPr txBox="1"/>
          <p:nvPr/>
        </p:nvSpPr>
        <p:spPr>
          <a:xfrm>
            <a:off x="3439017" y="1453151"/>
            <a:ext cx="2087238" cy="369332"/>
          </a:xfrm>
          <a:prstGeom prst="rect">
            <a:avLst/>
          </a:prstGeom>
          <a:noFill/>
        </p:spPr>
        <p:txBody>
          <a:bodyPr wrap="none" rtlCol="0">
            <a:spAutoFit/>
          </a:bodyPr>
          <a:lstStyle/>
          <a:p>
            <a:r>
              <a:rPr lang="en-IN" b="1" dirty="0">
                <a:solidFill>
                  <a:schemeClr val="tx2">
                    <a:lumMod val="10000"/>
                    <a:lumOff val="90000"/>
                  </a:schemeClr>
                </a:solidFill>
              </a:rPr>
              <a:t>Refer slide 2, 3 &amp; 4</a:t>
            </a:r>
          </a:p>
        </p:txBody>
      </p:sp>
      <p:sp>
        <p:nvSpPr>
          <p:cNvPr id="39" name="TextBox 38">
            <a:extLst>
              <a:ext uri="{FF2B5EF4-FFF2-40B4-BE49-F238E27FC236}">
                <a16:creationId xmlns:a16="http://schemas.microsoft.com/office/drawing/2014/main" id="{58066900-65B6-8D7B-F714-84BB59B6F7CD}"/>
              </a:ext>
            </a:extLst>
          </p:cNvPr>
          <p:cNvSpPr txBox="1"/>
          <p:nvPr/>
        </p:nvSpPr>
        <p:spPr>
          <a:xfrm>
            <a:off x="3439017" y="2118726"/>
            <a:ext cx="1473480" cy="369332"/>
          </a:xfrm>
          <a:prstGeom prst="rect">
            <a:avLst/>
          </a:prstGeom>
          <a:noFill/>
        </p:spPr>
        <p:txBody>
          <a:bodyPr wrap="none" rtlCol="0">
            <a:spAutoFit/>
          </a:bodyPr>
          <a:lstStyle/>
          <a:p>
            <a:r>
              <a:rPr lang="en-IN" b="1" dirty="0">
                <a:solidFill>
                  <a:schemeClr val="tx2">
                    <a:lumMod val="10000"/>
                    <a:lumOff val="90000"/>
                  </a:schemeClr>
                </a:solidFill>
              </a:rPr>
              <a:t>Refer slide 4</a:t>
            </a:r>
          </a:p>
        </p:txBody>
      </p:sp>
      <p:sp>
        <p:nvSpPr>
          <p:cNvPr id="42" name="TextBox 41">
            <a:extLst>
              <a:ext uri="{FF2B5EF4-FFF2-40B4-BE49-F238E27FC236}">
                <a16:creationId xmlns:a16="http://schemas.microsoft.com/office/drawing/2014/main" id="{03DAD3B4-5539-C166-F9A8-6DC5D708EEA0}"/>
              </a:ext>
            </a:extLst>
          </p:cNvPr>
          <p:cNvSpPr txBox="1"/>
          <p:nvPr/>
        </p:nvSpPr>
        <p:spPr>
          <a:xfrm>
            <a:off x="3488175" y="2784301"/>
            <a:ext cx="1473480" cy="369332"/>
          </a:xfrm>
          <a:prstGeom prst="rect">
            <a:avLst/>
          </a:prstGeom>
          <a:noFill/>
        </p:spPr>
        <p:txBody>
          <a:bodyPr wrap="none" rtlCol="0">
            <a:spAutoFit/>
          </a:bodyPr>
          <a:lstStyle/>
          <a:p>
            <a:r>
              <a:rPr lang="en-IN" b="1" dirty="0">
                <a:solidFill>
                  <a:schemeClr val="tx2">
                    <a:lumMod val="10000"/>
                    <a:lumOff val="90000"/>
                  </a:schemeClr>
                </a:solidFill>
              </a:rPr>
              <a:t>Refer slide 6</a:t>
            </a:r>
          </a:p>
        </p:txBody>
      </p:sp>
      <p:sp>
        <p:nvSpPr>
          <p:cNvPr id="44" name="TextBox 43">
            <a:extLst>
              <a:ext uri="{FF2B5EF4-FFF2-40B4-BE49-F238E27FC236}">
                <a16:creationId xmlns:a16="http://schemas.microsoft.com/office/drawing/2014/main" id="{33D2EBFB-DFEB-5FD9-77B7-849727CA9700}"/>
              </a:ext>
            </a:extLst>
          </p:cNvPr>
          <p:cNvSpPr txBox="1"/>
          <p:nvPr/>
        </p:nvSpPr>
        <p:spPr>
          <a:xfrm>
            <a:off x="3500666" y="3372953"/>
            <a:ext cx="1473480" cy="369332"/>
          </a:xfrm>
          <a:prstGeom prst="rect">
            <a:avLst/>
          </a:prstGeom>
          <a:noFill/>
        </p:spPr>
        <p:txBody>
          <a:bodyPr wrap="none" rtlCol="0">
            <a:spAutoFit/>
          </a:bodyPr>
          <a:lstStyle/>
          <a:p>
            <a:r>
              <a:rPr lang="en-IN" b="1" dirty="0">
                <a:solidFill>
                  <a:schemeClr val="tx2">
                    <a:lumMod val="10000"/>
                    <a:lumOff val="90000"/>
                  </a:schemeClr>
                </a:solidFill>
              </a:rPr>
              <a:t>Refer slide 6</a:t>
            </a:r>
          </a:p>
        </p:txBody>
      </p:sp>
      <p:sp>
        <p:nvSpPr>
          <p:cNvPr id="46" name="TextBox 45">
            <a:extLst>
              <a:ext uri="{FF2B5EF4-FFF2-40B4-BE49-F238E27FC236}">
                <a16:creationId xmlns:a16="http://schemas.microsoft.com/office/drawing/2014/main" id="{FA4632C8-AEC8-BEBF-E73B-0653DC474233}"/>
              </a:ext>
            </a:extLst>
          </p:cNvPr>
          <p:cNvSpPr txBox="1"/>
          <p:nvPr/>
        </p:nvSpPr>
        <p:spPr>
          <a:xfrm>
            <a:off x="1986014" y="5376810"/>
            <a:ext cx="1596912" cy="369332"/>
          </a:xfrm>
          <a:prstGeom prst="rect">
            <a:avLst/>
          </a:prstGeom>
          <a:noFill/>
        </p:spPr>
        <p:txBody>
          <a:bodyPr wrap="none" rtlCol="0">
            <a:spAutoFit/>
          </a:bodyPr>
          <a:lstStyle/>
          <a:p>
            <a:r>
              <a:rPr lang="en-IN" b="1" dirty="0">
                <a:solidFill>
                  <a:schemeClr val="tx2">
                    <a:lumMod val="10000"/>
                    <a:lumOff val="90000"/>
                  </a:schemeClr>
                </a:solidFill>
              </a:rPr>
              <a:t>Refer slide 12</a:t>
            </a:r>
          </a:p>
        </p:txBody>
      </p:sp>
      <p:sp>
        <p:nvSpPr>
          <p:cNvPr id="48" name="TextBox 47">
            <a:extLst>
              <a:ext uri="{FF2B5EF4-FFF2-40B4-BE49-F238E27FC236}">
                <a16:creationId xmlns:a16="http://schemas.microsoft.com/office/drawing/2014/main" id="{84697D5B-D7EE-24C1-10F4-1555F7CDAF36}"/>
              </a:ext>
            </a:extLst>
          </p:cNvPr>
          <p:cNvSpPr txBox="1"/>
          <p:nvPr/>
        </p:nvSpPr>
        <p:spPr>
          <a:xfrm>
            <a:off x="3336314" y="5955890"/>
            <a:ext cx="1596912" cy="369332"/>
          </a:xfrm>
          <a:prstGeom prst="rect">
            <a:avLst/>
          </a:prstGeom>
          <a:noFill/>
        </p:spPr>
        <p:txBody>
          <a:bodyPr wrap="none" rtlCol="0">
            <a:spAutoFit/>
          </a:bodyPr>
          <a:lstStyle/>
          <a:p>
            <a:r>
              <a:rPr lang="en-IN" b="1" dirty="0">
                <a:solidFill>
                  <a:schemeClr val="tx2">
                    <a:lumMod val="10000"/>
                    <a:lumOff val="90000"/>
                  </a:schemeClr>
                </a:solidFill>
              </a:rPr>
              <a:t>Refer slide 13</a:t>
            </a:r>
          </a:p>
        </p:txBody>
      </p:sp>
      <p:sp>
        <p:nvSpPr>
          <p:cNvPr id="50" name="Rectangle 49">
            <a:extLst>
              <a:ext uri="{FF2B5EF4-FFF2-40B4-BE49-F238E27FC236}">
                <a16:creationId xmlns:a16="http://schemas.microsoft.com/office/drawing/2014/main" id="{13332E5C-216D-0FC0-5C6D-04E4CC531EA9}"/>
              </a:ext>
            </a:extLst>
          </p:cNvPr>
          <p:cNvSpPr/>
          <p:nvPr/>
        </p:nvSpPr>
        <p:spPr>
          <a:xfrm>
            <a:off x="9868615" y="326616"/>
            <a:ext cx="1662895" cy="4861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COMMUNITY</a:t>
            </a:r>
          </a:p>
        </p:txBody>
      </p:sp>
      <p:sp>
        <p:nvSpPr>
          <p:cNvPr id="52" name="Rectangle 51">
            <a:extLst>
              <a:ext uri="{FF2B5EF4-FFF2-40B4-BE49-F238E27FC236}">
                <a16:creationId xmlns:a16="http://schemas.microsoft.com/office/drawing/2014/main" id="{CB24FC92-3F8F-38BF-28FD-0489CD5373A8}"/>
              </a:ext>
            </a:extLst>
          </p:cNvPr>
          <p:cNvSpPr/>
          <p:nvPr/>
        </p:nvSpPr>
        <p:spPr>
          <a:xfrm>
            <a:off x="11591693" y="378331"/>
            <a:ext cx="1662895" cy="4861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NUTRITION PARTNERS</a:t>
            </a:r>
          </a:p>
        </p:txBody>
      </p:sp>
    </p:spTree>
    <p:extLst>
      <p:ext uri="{BB962C8B-B14F-4D97-AF65-F5344CB8AC3E}">
        <p14:creationId xmlns:p14="http://schemas.microsoft.com/office/powerpoint/2010/main" val="31309479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B1807-197F-CCC3-474E-2F48E197577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23B2F05-CF2C-BE6A-8E2C-675587C3535D}"/>
              </a:ext>
            </a:extLst>
          </p:cNvPr>
          <p:cNvSpPr/>
          <p:nvPr/>
        </p:nvSpPr>
        <p:spPr>
          <a:xfrm>
            <a:off x="517828" y="203659"/>
            <a:ext cx="1757423" cy="4861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YOUR SPORTS</a:t>
            </a:r>
          </a:p>
        </p:txBody>
      </p:sp>
      <p:cxnSp>
        <p:nvCxnSpPr>
          <p:cNvPr id="14" name="Straight Arrow Connector 13">
            <a:extLst>
              <a:ext uri="{FF2B5EF4-FFF2-40B4-BE49-F238E27FC236}">
                <a16:creationId xmlns:a16="http://schemas.microsoft.com/office/drawing/2014/main" id="{8A6CEB56-8053-822C-AB72-F0255D685D97}"/>
              </a:ext>
            </a:extLst>
          </p:cNvPr>
          <p:cNvCxnSpPr>
            <a:cxnSpLocks/>
          </p:cNvCxnSpPr>
          <p:nvPr/>
        </p:nvCxnSpPr>
        <p:spPr>
          <a:xfrm>
            <a:off x="1320341" y="782394"/>
            <a:ext cx="0" cy="462988"/>
          </a:xfrm>
          <a:prstGeom prst="straightConnector1">
            <a:avLst/>
          </a:prstGeom>
          <a:ln>
            <a:solidFill>
              <a:srgbClr val="FFFF00"/>
            </a:solidFill>
            <a:tailEnd type="triangle"/>
          </a:ln>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E2825900-B412-F29C-3608-F7B659EFF2EB}"/>
              </a:ext>
            </a:extLst>
          </p:cNvPr>
          <p:cNvSpPr/>
          <p:nvPr/>
        </p:nvSpPr>
        <p:spPr>
          <a:xfrm>
            <a:off x="573774" y="1337979"/>
            <a:ext cx="1392820" cy="3819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MARATHON </a:t>
            </a:r>
          </a:p>
        </p:txBody>
      </p:sp>
      <p:sp>
        <p:nvSpPr>
          <p:cNvPr id="7" name="Rectangle 6">
            <a:extLst>
              <a:ext uri="{FF2B5EF4-FFF2-40B4-BE49-F238E27FC236}">
                <a16:creationId xmlns:a16="http://schemas.microsoft.com/office/drawing/2014/main" id="{D06BAFDC-90E2-A38E-7284-6AD93AE6E547}"/>
              </a:ext>
            </a:extLst>
          </p:cNvPr>
          <p:cNvSpPr/>
          <p:nvPr/>
        </p:nvSpPr>
        <p:spPr>
          <a:xfrm>
            <a:off x="4289248" y="1326404"/>
            <a:ext cx="1728486" cy="4861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10K / HM / FM / ULTRA</a:t>
            </a:r>
          </a:p>
        </p:txBody>
      </p:sp>
      <p:sp>
        <p:nvSpPr>
          <p:cNvPr id="11" name="Rectangle 10">
            <a:extLst>
              <a:ext uri="{FF2B5EF4-FFF2-40B4-BE49-F238E27FC236}">
                <a16:creationId xmlns:a16="http://schemas.microsoft.com/office/drawing/2014/main" id="{1E057BAE-5D42-E8BD-D849-9C7E739A76D3}"/>
              </a:ext>
            </a:extLst>
          </p:cNvPr>
          <p:cNvSpPr/>
          <p:nvPr/>
        </p:nvSpPr>
        <p:spPr>
          <a:xfrm>
            <a:off x="2564619" y="1957225"/>
            <a:ext cx="1392820" cy="3819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TRAIL RACING</a:t>
            </a:r>
          </a:p>
        </p:txBody>
      </p:sp>
      <p:sp>
        <p:nvSpPr>
          <p:cNvPr id="18" name="Rectangle 17">
            <a:extLst>
              <a:ext uri="{FF2B5EF4-FFF2-40B4-BE49-F238E27FC236}">
                <a16:creationId xmlns:a16="http://schemas.microsoft.com/office/drawing/2014/main" id="{76E80B1C-E244-5A23-3872-F4A75B5A96D3}"/>
              </a:ext>
            </a:extLst>
          </p:cNvPr>
          <p:cNvSpPr/>
          <p:nvPr/>
        </p:nvSpPr>
        <p:spPr>
          <a:xfrm>
            <a:off x="700129" y="3832325"/>
            <a:ext cx="1392820" cy="3819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TRIATHLON</a:t>
            </a:r>
          </a:p>
        </p:txBody>
      </p:sp>
      <p:sp>
        <p:nvSpPr>
          <p:cNvPr id="24" name="Rectangle 23">
            <a:extLst>
              <a:ext uri="{FF2B5EF4-FFF2-40B4-BE49-F238E27FC236}">
                <a16:creationId xmlns:a16="http://schemas.microsoft.com/office/drawing/2014/main" id="{F84A42AA-5F27-EF7C-7D00-9885A9BA96FC}"/>
              </a:ext>
            </a:extLst>
          </p:cNvPr>
          <p:cNvSpPr/>
          <p:nvPr/>
        </p:nvSpPr>
        <p:spPr>
          <a:xfrm>
            <a:off x="656999" y="5805812"/>
            <a:ext cx="1392820" cy="3819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HYROX</a:t>
            </a:r>
          </a:p>
        </p:txBody>
      </p:sp>
      <p:sp>
        <p:nvSpPr>
          <p:cNvPr id="27" name="Rectangle 26">
            <a:extLst>
              <a:ext uri="{FF2B5EF4-FFF2-40B4-BE49-F238E27FC236}">
                <a16:creationId xmlns:a16="http://schemas.microsoft.com/office/drawing/2014/main" id="{37454366-5096-73D6-5583-83DD08EEE9E7}"/>
              </a:ext>
            </a:extLst>
          </p:cNvPr>
          <p:cNvSpPr/>
          <p:nvPr/>
        </p:nvSpPr>
        <p:spPr>
          <a:xfrm>
            <a:off x="2514462" y="1326404"/>
            <a:ext cx="1392820" cy="3819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ROAD RACING </a:t>
            </a:r>
          </a:p>
        </p:txBody>
      </p:sp>
      <p:sp>
        <p:nvSpPr>
          <p:cNvPr id="29" name="Rectangle 28">
            <a:extLst>
              <a:ext uri="{FF2B5EF4-FFF2-40B4-BE49-F238E27FC236}">
                <a16:creationId xmlns:a16="http://schemas.microsoft.com/office/drawing/2014/main" id="{48967882-EC0A-CF39-BD4A-5349376D7BF0}"/>
              </a:ext>
            </a:extLst>
          </p:cNvPr>
          <p:cNvSpPr/>
          <p:nvPr/>
        </p:nvSpPr>
        <p:spPr>
          <a:xfrm>
            <a:off x="4289248" y="1963014"/>
            <a:ext cx="1728486" cy="4861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10K / HM / FM / ULTRA</a:t>
            </a:r>
          </a:p>
        </p:txBody>
      </p:sp>
      <p:sp>
        <p:nvSpPr>
          <p:cNvPr id="31" name="Rectangle 30">
            <a:extLst>
              <a:ext uri="{FF2B5EF4-FFF2-40B4-BE49-F238E27FC236}">
                <a16:creationId xmlns:a16="http://schemas.microsoft.com/office/drawing/2014/main" id="{55756FE0-486B-549C-4A18-842E65C538D5}"/>
              </a:ext>
            </a:extLst>
          </p:cNvPr>
          <p:cNvSpPr/>
          <p:nvPr/>
        </p:nvSpPr>
        <p:spPr>
          <a:xfrm>
            <a:off x="2753672" y="3540064"/>
            <a:ext cx="2392101" cy="274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HALF IRONMAN  70.3 </a:t>
            </a:r>
          </a:p>
        </p:txBody>
      </p:sp>
      <p:sp>
        <p:nvSpPr>
          <p:cNvPr id="33" name="Rectangle 32">
            <a:extLst>
              <a:ext uri="{FF2B5EF4-FFF2-40B4-BE49-F238E27FC236}">
                <a16:creationId xmlns:a16="http://schemas.microsoft.com/office/drawing/2014/main" id="{DF6473EE-6BDD-030E-2989-73893FFE906A}"/>
              </a:ext>
            </a:extLst>
          </p:cNvPr>
          <p:cNvSpPr/>
          <p:nvPr/>
        </p:nvSpPr>
        <p:spPr>
          <a:xfrm>
            <a:off x="2776821" y="3961092"/>
            <a:ext cx="2392101" cy="274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FULL IRONMAN  140.6</a:t>
            </a:r>
          </a:p>
        </p:txBody>
      </p:sp>
      <p:sp>
        <p:nvSpPr>
          <p:cNvPr id="35" name="Rectangle 34">
            <a:extLst>
              <a:ext uri="{FF2B5EF4-FFF2-40B4-BE49-F238E27FC236}">
                <a16:creationId xmlns:a16="http://schemas.microsoft.com/office/drawing/2014/main" id="{A9F1533E-EF80-8BAA-E4ED-11A0E4EBD4DD}"/>
              </a:ext>
            </a:extLst>
          </p:cNvPr>
          <p:cNvSpPr/>
          <p:nvPr/>
        </p:nvSpPr>
        <p:spPr>
          <a:xfrm>
            <a:off x="2796113" y="4467498"/>
            <a:ext cx="2349660" cy="2387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ULTRAMAN</a:t>
            </a:r>
          </a:p>
        </p:txBody>
      </p:sp>
      <p:sp>
        <p:nvSpPr>
          <p:cNvPr id="37" name="Rectangle 36">
            <a:extLst>
              <a:ext uri="{FF2B5EF4-FFF2-40B4-BE49-F238E27FC236}">
                <a16:creationId xmlns:a16="http://schemas.microsoft.com/office/drawing/2014/main" id="{EC730DD5-14F3-FFD7-5C68-09B0AB68259A}"/>
              </a:ext>
            </a:extLst>
          </p:cNvPr>
          <p:cNvSpPr/>
          <p:nvPr/>
        </p:nvSpPr>
        <p:spPr>
          <a:xfrm>
            <a:off x="4634562" y="5446995"/>
            <a:ext cx="1392820" cy="3819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SOLO</a:t>
            </a:r>
          </a:p>
        </p:txBody>
      </p:sp>
      <p:sp>
        <p:nvSpPr>
          <p:cNvPr id="39" name="Rectangle 38">
            <a:extLst>
              <a:ext uri="{FF2B5EF4-FFF2-40B4-BE49-F238E27FC236}">
                <a16:creationId xmlns:a16="http://schemas.microsoft.com/office/drawing/2014/main" id="{DE704659-081A-E9A0-28E8-C0F894610D8E}"/>
              </a:ext>
            </a:extLst>
          </p:cNvPr>
          <p:cNvSpPr/>
          <p:nvPr/>
        </p:nvSpPr>
        <p:spPr>
          <a:xfrm>
            <a:off x="6287809" y="5446995"/>
            <a:ext cx="1392820" cy="3819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DOUBLES</a:t>
            </a:r>
          </a:p>
        </p:txBody>
      </p:sp>
      <p:sp>
        <p:nvSpPr>
          <p:cNvPr id="41" name="Rectangle 40">
            <a:extLst>
              <a:ext uri="{FF2B5EF4-FFF2-40B4-BE49-F238E27FC236}">
                <a16:creationId xmlns:a16="http://schemas.microsoft.com/office/drawing/2014/main" id="{27121E38-FD93-1ADB-2D6F-FF7BB66F305B}"/>
              </a:ext>
            </a:extLst>
          </p:cNvPr>
          <p:cNvSpPr/>
          <p:nvPr/>
        </p:nvSpPr>
        <p:spPr>
          <a:xfrm>
            <a:off x="2310246" y="5470142"/>
            <a:ext cx="2053544" cy="3819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PRO CATEGORY </a:t>
            </a:r>
          </a:p>
        </p:txBody>
      </p:sp>
      <p:sp>
        <p:nvSpPr>
          <p:cNvPr id="43" name="Rectangle 42">
            <a:extLst>
              <a:ext uri="{FF2B5EF4-FFF2-40B4-BE49-F238E27FC236}">
                <a16:creationId xmlns:a16="http://schemas.microsoft.com/office/drawing/2014/main" id="{085FA974-7457-F53F-3042-3064824B26BA}"/>
              </a:ext>
            </a:extLst>
          </p:cNvPr>
          <p:cNvSpPr/>
          <p:nvPr/>
        </p:nvSpPr>
        <p:spPr>
          <a:xfrm>
            <a:off x="2216419" y="6166067"/>
            <a:ext cx="2196299" cy="3906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OPEN CATEGORY</a:t>
            </a:r>
          </a:p>
        </p:txBody>
      </p:sp>
      <p:sp>
        <p:nvSpPr>
          <p:cNvPr id="45" name="Rectangle 44">
            <a:extLst>
              <a:ext uri="{FF2B5EF4-FFF2-40B4-BE49-F238E27FC236}">
                <a16:creationId xmlns:a16="http://schemas.microsoft.com/office/drawing/2014/main" id="{19C2CE14-74EE-D288-9E09-B2EEC086BF57}"/>
              </a:ext>
            </a:extLst>
          </p:cNvPr>
          <p:cNvSpPr/>
          <p:nvPr/>
        </p:nvSpPr>
        <p:spPr>
          <a:xfrm>
            <a:off x="4673145" y="6187777"/>
            <a:ext cx="1392820" cy="3819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SOLO</a:t>
            </a:r>
          </a:p>
        </p:txBody>
      </p:sp>
      <p:sp>
        <p:nvSpPr>
          <p:cNvPr id="47" name="Rectangle 46">
            <a:extLst>
              <a:ext uri="{FF2B5EF4-FFF2-40B4-BE49-F238E27FC236}">
                <a16:creationId xmlns:a16="http://schemas.microsoft.com/office/drawing/2014/main" id="{6625E12A-55E0-5059-B6AC-2B31642EF195}"/>
              </a:ext>
            </a:extLst>
          </p:cNvPr>
          <p:cNvSpPr/>
          <p:nvPr/>
        </p:nvSpPr>
        <p:spPr>
          <a:xfrm>
            <a:off x="6326392" y="6187777"/>
            <a:ext cx="1392820" cy="3819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DOUBLES</a:t>
            </a:r>
          </a:p>
        </p:txBody>
      </p:sp>
      <p:cxnSp>
        <p:nvCxnSpPr>
          <p:cNvPr id="48" name="Straight Arrow Connector 47">
            <a:extLst>
              <a:ext uri="{FF2B5EF4-FFF2-40B4-BE49-F238E27FC236}">
                <a16:creationId xmlns:a16="http://schemas.microsoft.com/office/drawing/2014/main" id="{AE219B04-5EAE-9968-48E6-554C215A1D34}"/>
              </a:ext>
            </a:extLst>
          </p:cNvPr>
          <p:cNvCxnSpPr>
            <a:cxnSpLocks/>
          </p:cNvCxnSpPr>
          <p:nvPr/>
        </p:nvCxnSpPr>
        <p:spPr>
          <a:xfrm>
            <a:off x="1270184" y="1812541"/>
            <a:ext cx="50157" cy="2002420"/>
          </a:xfrm>
          <a:prstGeom prst="straightConnector1">
            <a:avLst/>
          </a:prstGeom>
          <a:ln>
            <a:solidFill>
              <a:srgbClr val="FFFF00"/>
            </a:solidFill>
            <a:tailEnd type="triangle"/>
          </a:ln>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88543C8F-7C6B-DF22-8999-1953AA182E76}"/>
              </a:ext>
            </a:extLst>
          </p:cNvPr>
          <p:cNvCxnSpPr>
            <a:cxnSpLocks/>
          </p:cNvCxnSpPr>
          <p:nvPr/>
        </p:nvCxnSpPr>
        <p:spPr>
          <a:xfrm>
            <a:off x="1262467" y="4214290"/>
            <a:ext cx="7717" cy="1446835"/>
          </a:xfrm>
          <a:prstGeom prst="straightConnector1">
            <a:avLst/>
          </a:prstGeom>
          <a:ln>
            <a:solidFill>
              <a:srgbClr val="FFFF00"/>
            </a:solidFill>
            <a:tailEnd type="triangle"/>
          </a:ln>
        </p:spPr>
        <p:style>
          <a:lnRef idx="2">
            <a:schemeClr val="accent1"/>
          </a:lnRef>
          <a:fillRef idx="0">
            <a:schemeClr val="accent1"/>
          </a:fillRef>
          <a:effectRef idx="1">
            <a:schemeClr val="accent1"/>
          </a:effectRef>
          <a:fontRef idx="minor">
            <a:schemeClr val="tx1"/>
          </a:fontRef>
        </p:style>
      </p:cxnSp>
      <p:sp>
        <p:nvSpPr>
          <p:cNvPr id="53" name="Rectangle 52">
            <a:extLst>
              <a:ext uri="{FF2B5EF4-FFF2-40B4-BE49-F238E27FC236}">
                <a16:creationId xmlns:a16="http://schemas.microsoft.com/office/drawing/2014/main" id="{D4ED6A2A-7D40-A8B7-5BB0-1FBEB99F7B26}"/>
              </a:ext>
            </a:extLst>
          </p:cNvPr>
          <p:cNvSpPr/>
          <p:nvPr/>
        </p:nvSpPr>
        <p:spPr>
          <a:xfrm>
            <a:off x="7941056" y="5477453"/>
            <a:ext cx="1392820" cy="3819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TEAM RELAY</a:t>
            </a:r>
          </a:p>
        </p:txBody>
      </p:sp>
      <p:sp>
        <p:nvSpPr>
          <p:cNvPr id="55" name="Rectangle 54">
            <a:extLst>
              <a:ext uri="{FF2B5EF4-FFF2-40B4-BE49-F238E27FC236}">
                <a16:creationId xmlns:a16="http://schemas.microsoft.com/office/drawing/2014/main" id="{A19ADB93-02D8-893F-70DE-6D528B4BE6B2}"/>
              </a:ext>
            </a:extLst>
          </p:cNvPr>
          <p:cNvSpPr/>
          <p:nvPr/>
        </p:nvSpPr>
        <p:spPr>
          <a:xfrm>
            <a:off x="7979639" y="6187777"/>
            <a:ext cx="1392820" cy="3819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TEAM RELAY</a:t>
            </a:r>
          </a:p>
        </p:txBody>
      </p:sp>
    </p:spTree>
    <p:extLst>
      <p:ext uri="{BB962C8B-B14F-4D97-AF65-F5344CB8AC3E}">
        <p14:creationId xmlns:p14="http://schemas.microsoft.com/office/powerpoint/2010/main" val="2983391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71996-EE4C-84DE-94C8-26F380BFC6A1}"/>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B788F534-BA5E-F5DD-C277-8B94A02DCD54}"/>
              </a:ext>
            </a:extLst>
          </p:cNvPr>
          <p:cNvSpPr/>
          <p:nvPr/>
        </p:nvSpPr>
        <p:spPr>
          <a:xfrm>
            <a:off x="1669648" y="399600"/>
            <a:ext cx="1493134" cy="4861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WE OFFER</a:t>
            </a:r>
          </a:p>
        </p:txBody>
      </p:sp>
      <p:cxnSp>
        <p:nvCxnSpPr>
          <p:cNvPr id="5" name="Straight Arrow Connector 4">
            <a:extLst>
              <a:ext uri="{FF2B5EF4-FFF2-40B4-BE49-F238E27FC236}">
                <a16:creationId xmlns:a16="http://schemas.microsoft.com/office/drawing/2014/main" id="{8770BF38-DC03-94DC-9F80-392B3B31571C}"/>
              </a:ext>
            </a:extLst>
          </p:cNvPr>
          <p:cNvCxnSpPr>
            <a:cxnSpLocks/>
          </p:cNvCxnSpPr>
          <p:nvPr/>
        </p:nvCxnSpPr>
        <p:spPr>
          <a:xfrm>
            <a:off x="2244524" y="885736"/>
            <a:ext cx="0" cy="625035"/>
          </a:xfrm>
          <a:prstGeom prst="straightConnector1">
            <a:avLst/>
          </a:prstGeom>
          <a:ln>
            <a:solidFill>
              <a:srgbClr val="FFFF00"/>
            </a:solidFill>
            <a:tailEnd type="triangle"/>
          </a:ln>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7B7741F5-0F0E-03C0-C7A7-0CD90D865308}"/>
              </a:ext>
            </a:extLst>
          </p:cNvPr>
          <p:cNvSpPr/>
          <p:nvPr/>
        </p:nvSpPr>
        <p:spPr>
          <a:xfrm>
            <a:off x="356151" y="1656048"/>
            <a:ext cx="4498692" cy="4861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ENDURANCE PERFORMANCE COACHING</a:t>
            </a:r>
          </a:p>
        </p:txBody>
      </p:sp>
      <p:sp>
        <p:nvSpPr>
          <p:cNvPr id="21" name="Rectangle 20">
            <a:extLst>
              <a:ext uri="{FF2B5EF4-FFF2-40B4-BE49-F238E27FC236}">
                <a16:creationId xmlns:a16="http://schemas.microsoft.com/office/drawing/2014/main" id="{046C0CA9-3B7A-D841-5492-6AA07534BE08}"/>
              </a:ext>
            </a:extLst>
          </p:cNvPr>
          <p:cNvSpPr/>
          <p:nvPr/>
        </p:nvSpPr>
        <p:spPr>
          <a:xfrm>
            <a:off x="346278" y="2390990"/>
            <a:ext cx="4498692" cy="4861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TRIATHLON PERFORMANCE COACHING</a:t>
            </a:r>
          </a:p>
        </p:txBody>
      </p:sp>
      <p:sp>
        <p:nvSpPr>
          <p:cNvPr id="23" name="Rectangle 22">
            <a:extLst>
              <a:ext uri="{FF2B5EF4-FFF2-40B4-BE49-F238E27FC236}">
                <a16:creationId xmlns:a16="http://schemas.microsoft.com/office/drawing/2014/main" id="{C2042972-9D40-4B24-4551-0B1E4C135CD1}"/>
              </a:ext>
            </a:extLst>
          </p:cNvPr>
          <p:cNvSpPr/>
          <p:nvPr/>
        </p:nvSpPr>
        <p:spPr>
          <a:xfrm>
            <a:off x="318568" y="3125932"/>
            <a:ext cx="4502549" cy="4861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HYROX PERFORMANCE COACHING</a:t>
            </a:r>
          </a:p>
        </p:txBody>
      </p:sp>
      <p:sp>
        <p:nvSpPr>
          <p:cNvPr id="26" name="Rectangle 25">
            <a:extLst>
              <a:ext uri="{FF2B5EF4-FFF2-40B4-BE49-F238E27FC236}">
                <a16:creationId xmlns:a16="http://schemas.microsoft.com/office/drawing/2014/main" id="{4F0FECAC-2C79-E9E1-FDD8-9205BFF09C1E}"/>
              </a:ext>
            </a:extLst>
          </p:cNvPr>
          <p:cNvSpPr/>
          <p:nvPr/>
        </p:nvSpPr>
        <p:spPr>
          <a:xfrm>
            <a:off x="300413" y="3866411"/>
            <a:ext cx="4560355" cy="4861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PERFORMANCE NUTRITION</a:t>
            </a:r>
          </a:p>
        </p:txBody>
      </p:sp>
      <p:sp>
        <p:nvSpPr>
          <p:cNvPr id="30" name="Rectangle 29">
            <a:extLst>
              <a:ext uri="{FF2B5EF4-FFF2-40B4-BE49-F238E27FC236}">
                <a16:creationId xmlns:a16="http://schemas.microsoft.com/office/drawing/2014/main" id="{7051FDA4-E89E-F3E9-EED0-CA782A092895}"/>
              </a:ext>
            </a:extLst>
          </p:cNvPr>
          <p:cNvSpPr/>
          <p:nvPr/>
        </p:nvSpPr>
        <p:spPr>
          <a:xfrm>
            <a:off x="285876" y="5217326"/>
            <a:ext cx="4570000" cy="4861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CHAMPION MINDSET COACHING</a:t>
            </a:r>
          </a:p>
        </p:txBody>
      </p:sp>
      <p:sp>
        <p:nvSpPr>
          <p:cNvPr id="34" name="Rectangle 33">
            <a:extLst>
              <a:ext uri="{FF2B5EF4-FFF2-40B4-BE49-F238E27FC236}">
                <a16:creationId xmlns:a16="http://schemas.microsoft.com/office/drawing/2014/main" id="{D63FF5CC-FD0E-572E-5555-FE8219317C66}"/>
              </a:ext>
            </a:extLst>
          </p:cNvPr>
          <p:cNvSpPr/>
          <p:nvPr/>
        </p:nvSpPr>
        <p:spPr>
          <a:xfrm>
            <a:off x="284843" y="4567161"/>
            <a:ext cx="4570000" cy="4861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REHABILITATION   </a:t>
            </a:r>
          </a:p>
        </p:txBody>
      </p:sp>
    </p:spTree>
    <p:extLst>
      <p:ext uri="{BB962C8B-B14F-4D97-AF65-F5344CB8AC3E}">
        <p14:creationId xmlns:p14="http://schemas.microsoft.com/office/powerpoint/2010/main" val="41343637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3B6BE-B797-4A21-D041-BCFA13EF7C3E}"/>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F052DE9E-67AE-C75A-7DDB-39662359844E}"/>
              </a:ext>
            </a:extLst>
          </p:cNvPr>
          <p:cNvSpPr/>
          <p:nvPr/>
        </p:nvSpPr>
        <p:spPr>
          <a:xfrm>
            <a:off x="2023778" y="192771"/>
            <a:ext cx="2101901" cy="4861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PERFORMANCE COACHES</a:t>
            </a:r>
          </a:p>
        </p:txBody>
      </p:sp>
      <p:cxnSp>
        <p:nvCxnSpPr>
          <p:cNvPr id="5" name="Straight Arrow Connector 4">
            <a:extLst>
              <a:ext uri="{FF2B5EF4-FFF2-40B4-BE49-F238E27FC236}">
                <a16:creationId xmlns:a16="http://schemas.microsoft.com/office/drawing/2014/main" id="{9D8EBB6D-0B81-9CF4-2839-7C48DE81FC8B}"/>
              </a:ext>
            </a:extLst>
          </p:cNvPr>
          <p:cNvCxnSpPr>
            <a:cxnSpLocks/>
          </p:cNvCxnSpPr>
          <p:nvPr/>
        </p:nvCxnSpPr>
        <p:spPr>
          <a:xfrm>
            <a:off x="2788810" y="678908"/>
            <a:ext cx="0" cy="625035"/>
          </a:xfrm>
          <a:prstGeom prst="straightConnector1">
            <a:avLst/>
          </a:prstGeom>
          <a:ln>
            <a:solidFill>
              <a:srgbClr val="FFFF00"/>
            </a:solidFill>
            <a:tailEnd type="triangle"/>
          </a:ln>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5AE81F9B-C734-67F4-D2E7-9A63D562F4F5}"/>
              </a:ext>
            </a:extLst>
          </p:cNvPr>
          <p:cNvSpPr/>
          <p:nvPr/>
        </p:nvSpPr>
        <p:spPr>
          <a:xfrm>
            <a:off x="550350" y="1303943"/>
            <a:ext cx="4498692" cy="4861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SUNIL MENON  </a:t>
            </a:r>
          </a:p>
        </p:txBody>
      </p:sp>
      <p:sp>
        <p:nvSpPr>
          <p:cNvPr id="21" name="Rectangle 20">
            <a:extLst>
              <a:ext uri="{FF2B5EF4-FFF2-40B4-BE49-F238E27FC236}">
                <a16:creationId xmlns:a16="http://schemas.microsoft.com/office/drawing/2014/main" id="{FDBD786E-C5CB-EB4E-B52A-3E05B6619608}"/>
              </a:ext>
            </a:extLst>
          </p:cNvPr>
          <p:cNvSpPr/>
          <p:nvPr/>
        </p:nvSpPr>
        <p:spPr>
          <a:xfrm>
            <a:off x="550350" y="1928048"/>
            <a:ext cx="4498692" cy="4861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RASHMI </a:t>
            </a:r>
          </a:p>
        </p:txBody>
      </p:sp>
      <p:sp>
        <p:nvSpPr>
          <p:cNvPr id="23" name="Rectangle 22">
            <a:extLst>
              <a:ext uri="{FF2B5EF4-FFF2-40B4-BE49-F238E27FC236}">
                <a16:creationId xmlns:a16="http://schemas.microsoft.com/office/drawing/2014/main" id="{A9B6E675-E0ED-33D3-C439-5FB24C19557A}"/>
              </a:ext>
            </a:extLst>
          </p:cNvPr>
          <p:cNvSpPr/>
          <p:nvPr/>
        </p:nvSpPr>
        <p:spPr>
          <a:xfrm>
            <a:off x="550350" y="2690120"/>
            <a:ext cx="4502549" cy="4861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SUCHARITA UDAY KARELIA </a:t>
            </a:r>
          </a:p>
        </p:txBody>
      </p:sp>
      <p:sp>
        <p:nvSpPr>
          <p:cNvPr id="30" name="Rectangle 29">
            <a:extLst>
              <a:ext uri="{FF2B5EF4-FFF2-40B4-BE49-F238E27FC236}">
                <a16:creationId xmlns:a16="http://schemas.microsoft.com/office/drawing/2014/main" id="{45230ED0-031A-088A-CFDB-374C2ED7D409}"/>
              </a:ext>
            </a:extLst>
          </p:cNvPr>
          <p:cNvSpPr/>
          <p:nvPr/>
        </p:nvSpPr>
        <p:spPr>
          <a:xfrm>
            <a:off x="550350" y="3459750"/>
            <a:ext cx="4570000" cy="4861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Marimuthu Sathasivam</a:t>
            </a:r>
          </a:p>
        </p:txBody>
      </p:sp>
      <p:sp>
        <p:nvSpPr>
          <p:cNvPr id="34" name="Rectangle 33">
            <a:extLst>
              <a:ext uri="{FF2B5EF4-FFF2-40B4-BE49-F238E27FC236}">
                <a16:creationId xmlns:a16="http://schemas.microsoft.com/office/drawing/2014/main" id="{3BEE1495-EA9C-3599-EDB6-95738D34A56B}"/>
              </a:ext>
            </a:extLst>
          </p:cNvPr>
          <p:cNvSpPr/>
          <p:nvPr/>
        </p:nvSpPr>
        <p:spPr>
          <a:xfrm>
            <a:off x="647460" y="4991452"/>
            <a:ext cx="4570000" cy="4861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SUJAI S </a:t>
            </a:r>
          </a:p>
        </p:txBody>
      </p:sp>
      <p:sp>
        <p:nvSpPr>
          <p:cNvPr id="14" name="Rectangle 13">
            <a:extLst>
              <a:ext uri="{FF2B5EF4-FFF2-40B4-BE49-F238E27FC236}">
                <a16:creationId xmlns:a16="http://schemas.microsoft.com/office/drawing/2014/main" id="{E3DF73A4-8C38-3D3D-787E-25A96194AE83}"/>
              </a:ext>
            </a:extLst>
          </p:cNvPr>
          <p:cNvSpPr/>
          <p:nvPr/>
        </p:nvSpPr>
        <p:spPr>
          <a:xfrm>
            <a:off x="503810" y="4253315"/>
            <a:ext cx="4570000" cy="4861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Mudit </a:t>
            </a:r>
            <a:r>
              <a:rPr lang="en-IN" dirty="0" err="1"/>
              <a:t>kohli</a:t>
            </a:r>
            <a:endParaRPr lang="en-IN" dirty="0"/>
          </a:p>
        </p:txBody>
      </p:sp>
      <p:sp>
        <p:nvSpPr>
          <p:cNvPr id="3" name="Rectangle 2">
            <a:extLst>
              <a:ext uri="{FF2B5EF4-FFF2-40B4-BE49-F238E27FC236}">
                <a16:creationId xmlns:a16="http://schemas.microsoft.com/office/drawing/2014/main" id="{586C2D57-E681-91E0-C0A0-7DF4248660A0}"/>
              </a:ext>
            </a:extLst>
          </p:cNvPr>
          <p:cNvSpPr/>
          <p:nvPr/>
        </p:nvSpPr>
        <p:spPr>
          <a:xfrm>
            <a:off x="5513374" y="5020018"/>
            <a:ext cx="4570000" cy="4861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Tri Athlete &amp; Coach (Triathlon) </a:t>
            </a:r>
          </a:p>
        </p:txBody>
      </p:sp>
      <p:sp>
        <p:nvSpPr>
          <p:cNvPr id="6" name="Rectangle 5">
            <a:extLst>
              <a:ext uri="{FF2B5EF4-FFF2-40B4-BE49-F238E27FC236}">
                <a16:creationId xmlns:a16="http://schemas.microsoft.com/office/drawing/2014/main" id="{D8DE66D4-8341-1DEB-ADFA-E50C9F2AFE0D}"/>
              </a:ext>
            </a:extLst>
          </p:cNvPr>
          <p:cNvSpPr/>
          <p:nvPr/>
        </p:nvSpPr>
        <p:spPr>
          <a:xfrm>
            <a:off x="5448921" y="1303943"/>
            <a:ext cx="4498692" cy="4861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CEO &amp; Founder MFS  , PERFORMACNE NEURO SCIENCE COACH</a:t>
            </a:r>
          </a:p>
        </p:txBody>
      </p:sp>
      <p:sp>
        <p:nvSpPr>
          <p:cNvPr id="9" name="Rectangle 8">
            <a:extLst>
              <a:ext uri="{FF2B5EF4-FFF2-40B4-BE49-F238E27FC236}">
                <a16:creationId xmlns:a16="http://schemas.microsoft.com/office/drawing/2014/main" id="{F2FB7E7E-0545-018B-7DC3-081ADD929D6F}"/>
              </a:ext>
            </a:extLst>
          </p:cNvPr>
          <p:cNvSpPr/>
          <p:nvPr/>
        </p:nvSpPr>
        <p:spPr>
          <a:xfrm>
            <a:off x="5448921" y="1971031"/>
            <a:ext cx="4498692" cy="4861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Founder </a:t>
            </a:r>
            <a:r>
              <a:rPr lang="en-IN" dirty="0" err="1"/>
              <a:t>WefitYoga</a:t>
            </a:r>
            <a:endParaRPr lang="en-IN" dirty="0"/>
          </a:p>
        </p:txBody>
      </p:sp>
      <p:sp>
        <p:nvSpPr>
          <p:cNvPr id="11" name="Rectangle 10">
            <a:extLst>
              <a:ext uri="{FF2B5EF4-FFF2-40B4-BE49-F238E27FC236}">
                <a16:creationId xmlns:a16="http://schemas.microsoft.com/office/drawing/2014/main" id="{B585F4B4-4386-3FD0-6119-5A9C17224429}"/>
              </a:ext>
            </a:extLst>
          </p:cNvPr>
          <p:cNvSpPr/>
          <p:nvPr/>
        </p:nvSpPr>
        <p:spPr>
          <a:xfrm>
            <a:off x="5482646" y="2690120"/>
            <a:ext cx="4502549" cy="4861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Strength Training Coach</a:t>
            </a:r>
          </a:p>
        </p:txBody>
      </p:sp>
      <p:sp>
        <p:nvSpPr>
          <p:cNvPr id="13" name="Rectangle 12">
            <a:extLst>
              <a:ext uri="{FF2B5EF4-FFF2-40B4-BE49-F238E27FC236}">
                <a16:creationId xmlns:a16="http://schemas.microsoft.com/office/drawing/2014/main" id="{688E99AA-561B-5DFC-5D4C-252097D5847C}"/>
              </a:ext>
            </a:extLst>
          </p:cNvPr>
          <p:cNvSpPr/>
          <p:nvPr/>
        </p:nvSpPr>
        <p:spPr>
          <a:xfrm>
            <a:off x="5513374" y="3459750"/>
            <a:ext cx="4570000" cy="4861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Strength &amp; conditioning coach </a:t>
            </a:r>
          </a:p>
        </p:txBody>
      </p:sp>
      <p:sp>
        <p:nvSpPr>
          <p:cNvPr id="16" name="Rectangle 15">
            <a:extLst>
              <a:ext uri="{FF2B5EF4-FFF2-40B4-BE49-F238E27FC236}">
                <a16:creationId xmlns:a16="http://schemas.microsoft.com/office/drawing/2014/main" id="{B1582BF6-0A5F-2370-AD89-1849792B27AE}"/>
              </a:ext>
            </a:extLst>
          </p:cNvPr>
          <p:cNvSpPr/>
          <p:nvPr/>
        </p:nvSpPr>
        <p:spPr>
          <a:xfrm>
            <a:off x="5513374" y="4253315"/>
            <a:ext cx="4570000" cy="4861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Pro Athlete  Endurance Cyclist &amp; Triathlon</a:t>
            </a:r>
          </a:p>
        </p:txBody>
      </p:sp>
    </p:spTree>
    <p:extLst>
      <p:ext uri="{BB962C8B-B14F-4D97-AF65-F5344CB8AC3E}">
        <p14:creationId xmlns:p14="http://schemas.microsoft.com/office/powerpoint/2010/main" val="11165072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28DF9-9CC7-2F4D-B05C-D0EE4BCD3727}"/>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29263F78-77EB-C269-EDC8-9437DE79D36B}"/>
              </a:ext>
            </a:extLst>
          </p:cNvPr>
          <p:cNvPicPr>
            <a:picLocks noChangeAspect="1"/>
          </p:cNvPicPr>
          <p:nvPr/>
        </p:nvPicPr>
        <p:blipFill>
          <a:blip r:embed="rId2"/>
          <a:stretch>
            <a:fillRect/>
          </a:stretch>
        </p:blipFill>
        <p:spPr>
          <a:xfrm>
            <a:off x="0" y="-26578"/>
            <a:ext cx="12192000" cy="6884578"/>
          </a:xfrm>
          <a:prstGeom prst="rect">
            <a:avLst/>
          </a:prstGeom>
        </p:spPr>
      </p:pic>
      <p:sp>
        <p:nvSpPr>
          <p:cNvPr id="2" name="TextBox 1">
            <a:extLst>
              <a:ext uri="{FF2B5EF4-FFF2-40B4-BE49-F238E27FC236}">
                <a16:creationId xmlns:a16="http://schemas.microsoft.com/office/drawing/2014/main" id="{3A174FEC-449B-E6CC-A689-CB551976FBED}"/>
              </a:ext>
            </a:extLst>
          </p:cNvPr>
          <p:cNvSpPr txBox="1"/>
          <p:nvPr/>
        </p:nvSpPr>
        <p:spPr>
          <a:xfrm>
            <a:off x="9309672" y="6488668"/>
            <a:ext cx="2882328" cy="369332"/>
          </a:xfrm>
          <a:prstGeom prst="rect">
            <a:avLst/>
          </a:prstGeom>
          <a:noFill/>
        </p:spPr>
        <p:txBody>
          <a:bodyPr wrap="none" rtlCol="0">
            <a:spAutoFit/>
          </a:bodyPr>
          <a:lstStyle/>
          <a:p>
            <a:r>
              <a:rPr lang="en-IN" dirty="0">
                <a:solidFill>
                  <a:schemeClr val="bg1"/>
                </a:solidFill>
              </a:rPr>
              <a:t>www.metaendurelabs.com</a:t>
            </a:r>
          </a:p>
        </p:txBody>
      </p:sp>
      <p:pic>
        <p:nvPicPr>
          <p:cNvPr id="5" name="ymail_attachmentIdbae3d6b3-e1cb-49da-980e-006707d15fad" descr="Photo attachment: IMG-20260828-WA8280.jpg">
            <a:extLst>
              <a:ext uri="{FF2B5EF4-FFF2-40B4-BE49-F238E27FC236}">
                <a16:creationId xmlns:a16="http://schemas.microsoft.com/office/drawing/2014/main" id="{D21C2116-6AEC-1E82-D262-1DE6A2F9FCC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9634" b="21114"/>
          <a:stretch>
            <a:fillRect/>
          </a:stretch>
        </p:blipFill>
        <p:spPr bwMode="auto">
          <a:xfrm>
            <a:off x="555568" y="2737112"/>
            <a:ext cx="11080863" cy="96450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134007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877E0-0CA0-8800-ABAD-A6B6AD47270B}"/>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81C60679-F294-C841-C9CD-58309B3AEF07}"/>
              </a:ext>
            </a:extLst>
          </p:cNvPr>
          <p:cNvPicPr>
            <a:picLocks noChangeAspect="1"/>
          </p:cNvPicPr>
          <p:nvPr/>
        </p:nvPicPr>
        <p:blipFill>
          <a:blip r:embed="rId2"/>
          <a:stretch>
            <a:fillRect/>
          </a:stretch>
        </p:blipFill>
        <p:spPr>
          <a:xfrm>
            <a:off x="0" y="-26578"/>
            <a:ext cx="12192000" cy="6884578"/>
          </a:xfrm>
          <a:prstGeom prst="rect">
            <a:avLst/>
          </a:prstGeom>
        </p:spPr>
      </p:pic>
      <p:pic>
        <p:nvPicPr>
          <p:cNvPr id="4" name="ymail_attachmentId4a6033c1-f5a2-43f6-9e66-e51b33172fb9" descr="Photo attachment: IMG-20260828-WA8072.jpg">
            <a:extLst>
              <a:ext uri="{FF2B5EF4-FFF2-40B4-BE49-F238E27FC236}">
                <a16:creationId xmlns:a16="http://schemas.microsoft.com/office/drawing/2014/main" id="{410DC509-7C06-C75D-9ADF-6BC64EB55DEC}"/>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566730" y="1358101"/>
            <a:ext cx="2764649" cy="414179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ymail_attachmentIda4f723f1-ff70-43f1-8c6d-5f3d7b1fa9d5" descr="Photo attachment: IMG-20260828-WA1878.jpg">
            <a:extLst>
              <a:ext uri="{FF2B5EF4-FFF2-40B4-BE49-F238E27FC236}">
                <a16:creationId xmlns:a16="http://schemas.microsoft.com/office/drawing/2014/main" id="{B095581A-84B9-9C0C-7CE0-B269E442DE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97240" y="1358101"/>
            <a:ext cx="2764648" cy="41469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ymail_attachmentIde0237ebf-57f4-48cf-a07e-b9209ca3ddfa" descr="Photo attachment: IMG-20260828-WA0693.jpg">
            <a:extLst>
              <a:ext uri="{FF2B5EF4-FFF2-40B4-BE49-F238E27FC236}">
                <a16:creationId xmlns:a16="http://schemas.microsoft.com/office/drawing/2014/main" id="{0674CC35-1CE8-68AD-F1BA-538571F0B1F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13860" y="1358101"/>
            <a:ext cx="2764647" cy="4146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a:extLst>
              <a:ext uri="{FF2B5EF4-FFF2-40B4-BE49-F238E27FC236}">
                <a16:creationId xmlns:a16="http://schemas.microsoft.com/office/drawing/2014/main" id="{318B1E79-11B5-EF78-8C5D-54DEC9AAE158}"/>
              </a:ext>
            </a:extLst>
          </p:cNvPr>
          <p:cNvSpPr txBox="1"/>
          <p:nvPr/>
        </p:nvSpPr>
        <p:spPr>
          <a:xfrm>
            <a:off x="185057" y="396133"/>
            <a:ext cx="4684616" cy="446276"/>
          </a:xfrm>
          <a:prstGeom prst="rect">
            <a:avLst/>
          </a:prstGeom>
          <a:noFill/>
        </p:spPr>
        <p:txBody>
          <a:bodyPr wrap="none" rtlCol="0">
            <a:spAutoFit/>
          </a:bodyPr>
          <a:lstStyle/>
          <a:p>
            <a:r>
              <a:rPr lang="en-IN" sz="2300" b="1" dirty="0">
                <a:solidFill>
                  <a:schemeClr val="bg1"/>
                </a:solidFill>
                <a:latin typeface="Arial" panose="020B0604020202020204" pitchFamily="34" charset="0"/>
                <a:cs typeface="Arial" panose="020B0604020202020204" pitchFamily="34" charset="0"/>
              </a:rPr>
              <a:t>METAENDURE</a:t>
            </a:r>
            <a:r>
              <a:rPr lang="en-IN" sz="2300" b="1" dirty="0">
                <a:solidFill>
                  <a:srgbClr val="92D050"/>
                </a:solidFill>
                <a:latin typeface="Arial" panose="020B0604020202020204" pitchFamily="34" charset="0"/>
                <a:cs typeface="Arial" panose="020B0604020202020204" pitchFamily="34" charset="0"/>
              </a:rPr>
              <a:t> </a:t>
            </a:r>
            <a:r>
              <a:rPr lang="en-IN" sz="2300" b="1" dirty="0">
                <a:solidFill>
                  <a:schemeClr val="bg1"/>
                </a:solidFill>
                <a:latin typeface="Arial" panose="020B0604020202020204" pitchFamily="34" charset="0"/>
                <a:cs typeface="Arial" panose="020B0604020202020204" pitchFamily="34" charset="0"/>
              </a:rPr>
              <a:t>LABS – </a:t>
            </a:r>
            <a:r>
              <a:rPr lang="en-IN" sz="2300" b="1" dirty="0">
                <a:solidFill>
                  <a:srgbClr val="92D050"/>
                </a:solidFill>
                <a:latin typeface="Arial" panose="020B0604020202020204" pitchFamily="34" charset="0"/>
                <a:cs typeface="Arial" panose="020B0604020202020204" pitchFamily="34" charset="0"/>
              </a:rPr>
              <a:t>T-SHIRT </a:t>
            </a:r>
          </a:p>
        </p:txBody>
      </p:sp>
      <p:sp>
        <p:nvSpPr>
          <p:cNvPr id="19" name="TextBox 18">
            <a:extLst>
              <a:ext uri="{FF2B5EF4-FFF2-40B4-BE49-F238E27FC236}">
                <a16:creationId xmlns:a16="http://schemas.microsoft.com/office/drawing/2014/main" id="{73D14AF1-35DD-C8A5-80B8-EDBB94884B3D}"/>
              </a:ext>
            </a:extLst>
          </p:cNvPr>
          <p:cNvSpPr txBox="1"/>
          <p:nvPr/>
        </p:nvSpPr>
        <p:spPr>
          <a:xfrm>
            <a:off x="9309672" y="6333418"/>
            <a:ext cx="2890535" cy="369332"/>
          </a:xfrm>
          <a:prstGeom prst="rect">
            <a:avLst/>
          </a:prstGeom>
          <a:noFill/>
        </p:spPr>
        <p:txBody>
          <a:bodyPr wrap="none" rtlCol="0">
            <a:spAutoFit/>
          </a:bodyPr>
          <a:lstStyle/>
          <a:p>
            <a:r>
              <a:rPr lang="en-IN" dirty="0">
                <a:solidFill>
                  <a:schemeClr val="bg1"/>
                </a:solidFill>
              </a:rPr>
              <a:t>www.metaendurelabs.com</a:t>
            </a:r>
          </a:p>
        </p:txBody>
      </p:sp>
      <p:pic>
        <p:nvPicPr>
          <p:cNvPr id="3" name="ymail_attachmentIdbae3d6b3-e1cb-49da-980e-006707d15fad" descr="Photo attachment: IMG-20260828-WA8280.jpg">
            <a:extLst>
              <a:ext uri="{FF2B5EF4-FFF2-40B4-BE49-F238E27FC236}">
                <a16:creationId xmlns:a16="http://schemas.microsoft.com/office/drawing/2014/main" id="{862850C2-5712-29EB-F602-EAB1557E670A}"/>
              </a:ext>
            </a:extLst>
          </p:cNvPr>
          <p:cNvPicPr>
            <a:picLocks noChangeAspect="1" noChangeArrowheads="1"/>
          </p:cNvPicPr>
          <p:nvPr/>
        </p:nvPicPr>
        <p:blipFill>
          <a:blip r:embed="rId6">
            <a:extLst>
              <a:ext uri="{28A0092B-C50C-407E-A947-70E740481C1C}">
                <a14:useLocalDpi xmlns:a14="http://schemas.microsoft.com/office/drawing/2010/main" val="0"/>
              </a:ext>
            </a:extLst>
          </a:blip>
          <a:stretch>
            <a:fillRect/>
          </a:stretch>
        </p:blipFill>
        <p:spPr bwMode="auto">
          <a:xfrm>
            <a:off x="10932000" y="-5727"/>
            <a:ext cx="1260000" cy="120645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293715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4457</TotalTime>
  <Words>1742</Words>
  <Application>Microsoft Office PowerPoint</Application>
  <PresentationFormat>Widescreen</PresentationFormat>
  <Paragraphs>330</Paragraphs>
  <Slides>24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 sujai</dc:creator>
  <cp:lastModifiedBy>Jag Dhanapalan</cp:lastModifiedBy>
  <cp:revision>4</cp:revision>
  <dcterms:created xsi:type="dcterms:W3CDTF">2026-08-27T11:22:40Z</dcterms:created>
  <dcterms:modified xsi:type="dcterms:W3CDTF">2026-09-19T11:10:54Z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79b8650-b9be-459a-a778-b57874070d70_Enabled">
    <vt:lpwstr>true</vt:lpwstr>
  </property>
  <property fmtid="{D5CDD505-2E9C-101B-9397-08002B2CF9AE}" pid="3" name="MSIP_Label_879b8650-b9be-459a-a778-b57874070d70_SetDate">
    <vt:lpwstr>2026-08-27T11:25:19Z</vt:lpwstr>
  </property>
  <property fmtid="{D5CDD505-2E9C-101B-9397-08002B2CF9AE}" pid="4" name="MSIP_Label_879b8650-b9be-459a-a778-b57874070d70_Method">
    <vt:lpwstr>Standard</vt:lpwstr>
  </property>
  <property fmtid="{D5CDD505-2E9C-101B-9397-08002B2CF9AE}" pid="5" name="MSIP_Label_879b8650-b9be-459a-a778-b57874070d70_Name">
    <vt:lpwstr>879b8650-b9be-459a-a778-b57874070d70</vt:lpwstr>
  </property>
  <property fmtid="{D5CDD505-2E9C-101B-9397-08002B2CF9AE}" pid="6" name="MSIP_Label_879b8650-b9be-459a-a778-b57874070d70_SiteId">
    <vt:lpwstr>01acd45f-97ff-4539-aa93-d2bcf027f631</vt:lpwstr>
  </property>
  <property fmtid="{D5CDD505-2E9C-101B-9397-08002B2CF9AE}" pid="7" name="MSIP_Label_879b8650-b9be-459a-a778-b57874070d70_ActionId">
    <vt:lpwstr>b2d4026a-07b2-41f9-a8c7-a0d409e76353</vt:lpwstr>
  </property>
  <property fmtid="{D5CDD505-2E9C-101B-9397-08002B2CF9AE}" pid="8" name="MSIP_Label_879b8650-b9be-459a-a778-b57874070d70_ContentBits">
    <vt:lpwstr>2</vt:lpwstr>
  </property>
  <property fmtid="{D5CDD505-2E9C-101B-9397-08002B2CF9AE}" pid="9" name="MSIP_Label_879b8650-b9be-459a-a778-b57874070d70_Tag">
    <vt:lpwstr>10, 3, 0, 1</vt:lpwstr>
  </property>
  <property fmtid="{D5CDD505-2E9C-101B-9397-08002B2CF9AE}" pid="10" name="ClassificationContentMarkingFooterLocations">
    <vt:lpwstr>Office Theme:8</vt:lpwstr>
  </property>
  <property fmtid="{D5CDD505-2E9C-101B-9397-08002B2CF9AE}" pid="11" name="ClassificationContentMarkingFooterText">
    <vt:lpwstr>Garrett Internal</vt:lpwstr>
  </property>
</Properties>
</file>